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75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68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764022-C0DF-40F7-ABAB-8BEBA60973EE}" type="doc">
      <dgm:prSet loTypeId="urn:microsoft.com/office/officeart/2005/8/layout/matrix2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DCD5D9F-15B7-460F-9A27-722297546631}">
      <dgm:prSet/>
      <dgm:spPr/>
      <dgm:t>
        <a:bodyPr/>
        <a:lstStyle/>
        <a:p>
          <a:r>
            <a:rPr lang="en-US"/>
            <a:t>IoT Connectivity: Connects to WiFi to send data to the Blynk Cloud.</a:t>
          </a:r>
        </a:p>
      </dgm:t>
    </dgm:pt>
    <dgm:pt modelId="{10DF3171-3A11-4AA1-8D5D-824D091D4C77}" type="parTrans" cxnId="{89CD79FC-3665-49ED-85AF-EEF40D71C03E}">
      <dgm:prSet/>
      <dgm:spPr/>
      <dgm:t>
        <a:bodyPr/>
        <a:lstStyle/>
        <a:p>
          <a:endParaRPr lang="en-US"/>
        </a:p>
      </dgm:t>
    </dgm:pt>
    <dgm:pt modelId="{A595EC67-019A-4C36-9F49-60E0A5148FB4}" type="sibTrans" cxnId="{89CD79FC-3665-49ED-85AF-EEF40D71C03E}">
      <dgm:prSet/>
      <dgm:spPr/>
      <dgm:t>
        <a:bodyPr/>
        <a:lstStyle/>
        <a:p>
          <a:endParaRPr lang="en-US"/>
        </a:p>
      </dgm:t>
    </dgm:pt>
    <dgm:pt modelId="{C565C8C8-8E41-4D5B-8A07-0A121D2B1D22}">
      <dgm:prSet/>
      <dgm:spPr/>
      <dgm:t>
        <a:bodyPr/>
        <a:lstStyle/>
        <a:p>
          <a:r>
            <a:rPr lang="en-US"/>
            <a:t>Real-time Dashboard: Mobile app visualizes live data with gauges and graphs.</a:t>
          </a:r>
        </a:p>
      </dgm:t>
    </dgm:pt>
    <dgm:pt modelId="{8511EA79-CB92-42F1-A102-8BB69A4FDA6A}" type="parTrans" cxnId="{965644B8-DA77-4069-9021-94E65C998008}">
      <dgm:prSet/>
      <dgm:spPr/>
      <dgm:t>
        <a:bodyPr/>
        <a:lstStyle/>
        <a:p>
          <a:endParaRPr lang="en-US"/>
        </a:p>
      </dgm:t>
    </dgm:pt>
    <dgm:pt modelId="{7448652A-2BBC-4495-A130-7356CFC3D22F}" type="sibTrans" cxnId="{965644B8-DA77-4069-9021-94E65C998008}">
      <dgm:prSet/>
      <dgm:spPr/>
      <dgm:t>
        <a:bodyPr/>
        <a:lstStyle/>
        <a:p>
          <a:endParaRPr lang="en-US"/>
        </a:p>
      </dgm:t>
    </dgm:pt>
    <dgm:pt modelId="{9F17FD7B-270B-4415-BAAD-711365268867}">
      <dgm:prSet/>
      <dgm:spPr/>
      <dgm:t>
        <a:bodyPr/>
        <a:lstStyle/>
        <a:p>
          <a:r>
            <a:rPr lang="en-US"/>
            <a:t>Local Interface: OLED screen automatically cycles through 3 information screens (Weather, Sensors, Forecast).</a:t>
          </a:r>
        </a:p>
      </dgm:t>
    </dgm:pt>
    <dgm:pt modelId="{6FCD4CD3-99A8-4355-91AF-E8F14E70087B}" type="parTrans" cxnId="{771CD166-8DE5-4B83-8F44-DACEC0DFF09E}">
      <dgm:prSet/>
      <dgm:spPr/>
      <dgm:t>
        <a:bodyPr/>
        <a:lstStyle/>
        <a:p>
          <a:endParaRPr lang="en-US"/>
        </a:p>
      </dgm:t>
    </dgm:pt>
    <dgm:pt modelId="{B0202136-BD27-4617-83D9-6912150FE2B2}" type="sibTrans" cxnId="{771CD166-8DE5-4B83-8F44-DACEC0DFF09E}">
      <dgm:prSet/>
      <dgm:spPr/>
      <dgm:t>
        <a:bodyPr/>
        <a:lstStyle/>
        <a:p>
          <a:endParaRPr lang="en-US"/>
        </a:p>
      </dgm:t>
    </dgm:pt>
    <dgm:pt modelId="{BBB57E74-4EA8-4E08-9A54-BBD939C10D4B}">
      <dgm:prSet/>
      <dgm:spPr/>
      <dgm:t>
        <a:bodyPr/>
        <a:lstStyle/>
        <a:p>
          <a:r>
            <a:rPr lang="en-US"/>
            <a:t>Smart Alerts: Send email notifications via Gmail SMTP for critical events (e.g., 'High Temp Alert', 'Rain Detected').</a:t>
          </a:r>
        </a:p>
      </dgm:t>
    </dgm:pt>
    <dgm:pt modelId="{63660D29-CB71-4ECA-8652-9F222D9419C5}" type="parTrans" cxnId="{A4B153D1-A0E5-4C50-A495-4BF9271780D4}">
      <dgm:prSet/>
      <dgm:spPr/>
      <dgm:t>
        <a:bodyPr/>
        <a:lstStyle/>
        <a:p>
          <a:endParaRPr lang="en-US"/>
        </a:p>
      </dgm:t>
    </dgm:pt>
    <dgm:pt modelId="{59232035-3544-4108-8D5D-D2E3839D3EA0}" type="sibTrans" cxnId="{A4B153D1-A0E5-4C50-A495-4BF9271780D4}">
      <dgm:prSet/>
      <dgm:spPr/>
      <dgm:t>
        <a:bodyPr/>
        <a:lstStyle/>
        <a:p>
          <a:endParaRPr lang="en-US"/>
        </a:p>
      </dgm:t>
    </dgm:pt>
    <dgm:pt modelId="{4DFFC35F-2CB6-4836-89D6-0559B66FE2B2}" type="pres">
      <dgm:prSet presAssocID="{50764022-C0DF-40F7-ABAB-8BEBA60973EE}" presName="matrix" presStyleCnt="0">
        <dgm:presLayoutVars>
          <dgm:chMax val="1"/>
          <dgm:dir/>
          <dgm:resizeHandles val="exact"/>
        </dgm:presLayoutVars>
      </dgm:prSet>
      <dgm:spPr/>
    </dgm:pt>
    <dgm:pt modelId="{F3722833-2386-46F6-9829-49EBF90611CF}" type="pres">
      <dgm:prSet presAssocID="{50764022-C0DF-40F7-ABAB-8BEBA60973EE}" presName="axisShape" presStyleLbl="bgShp" presStyleIdx="0" presStyleCnt="1"/>
      <dgm:spPr/>
    </dgm:pt>
    <dgm:pt modelId="{43F3CC81-6BD3-4FB9-B1CA-84258708D3F7}" type="pres">
      <dgm:prSet presAssocID="{50764022-C0DF-40F7-ABAB-8BEBA60973EE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BD49CD7-0C53-4379-8769-DF18B89DDA0A}" type="pres">
      <dgm:prSet presAssocID="{50764022-C0DF-40F7-ABAB-8BEBA60973EE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6DF9FB2-ED04-4DC0-AC13-1A9611F0AE9F}" type="pres">
      <dgm:prSet presAssocID="{50764022-C0DF-40F7-ABAB-8BEBA60973EE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80F1147-7619-482D-8CFA-6742A158D62A}" type="pres">
      <dgm:prSet presAssocID="{50764022-C0DF-40F7-ABAB-8BEBA60973EE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EC1AE05-420F-4110-B9C7-E439DEDB30F3}" type="presOf" srcId="{50764022-C0DF-40F7-ABAB-8BEBA60973EE}" destId="{4DFFC35F-2CB6-4836-89D6-0559B66FE2B2}" srcOrd="0" destOrd="0" presId="urn:microsoft.com/office/officeart/2005/8/layout/matrix2"/>
    <dgm:cxn modelId="{4BC93E24-3AA3-4CEB-B311-1B6ADE093ED1}" type="presOf" srcId="{C565C8C8-8E41-4D5B-8A07-0A121D2B1D22}" destId="{CBD49CD7-0C53-4379-8769-DF18B89DDA0A}" srcOrd="0" destOrd="0" presId="urn:microsoft.com/office/officeart/2005/8/layout/matrix2"/>
    <dgm:cxn modelId="{771CD166-8DE5-4B83-8F44-DACEC0DFF09E}" srcId="{50764022-C0DF-40F7-ABAB-8BEBA60973EE}" destId="{9F17FD7B-270B-4415-BAAD-711365268867}" srcOrd="2" destOrd="0" parTransId="{6FCD4CD3-99A8-4355-91AF-E8F14E70087B}" sibTransId="{B0202136-BD27-4617-83D9-6912150FE2B2}"/>
    <dgm:cxn modelId="{DB08A870-32A8-43A3-8E90-5DA5A4DE2C1A}" type="presOf" srcId="{4DCD5D9F-15B7-460F-9A27-722297546631}" destId="{43F3CC81-6BD3-4FB9-B1CA-84258708D3F7}" srcOrd="0" destOrd="0" presId="urn:microsoft.com/office/officeart/2005/8/layout/matrix2"/>
    <dgm:cxn modelId="{14262288-A2E1-4F7B-ABC4-564F9472DCB5}" type="presOf" srcId="{9F17FD7B-270B-4415-BAAD-711365268867}" destId="{C6DF9FB2-ED04-4DC0-AC13-1A9611F0AE9F}" srcOrd="0" destOrd="0" presId="urn:microsoft.com/office/officeart/2005/8/layout/matrix2"/>
    <dgm:cxn modelId="{965644B8-DA77-4069-9021-94E65C998008}" srcId="{50764022-C0DF-40F7-ABAB-8BEBA60973EE}" destId="{C565C8C8-8E41-4D5B-8A07-0A121D2B1D22}" srcOrd="1" destOrd="0" parTransId="{8511EA79-CB92-42F1-A102-8BB69A4FDA6A}" sibTransId="{7448652A-2BBC-4495-A130-7356CFC3D22F}"/>
    <dgm:cxn modelId="{A4B153D1-A0E5-4C50-A495-4BF9271780D4}" srcId="{50764022-C0DF-40F7-ABAB-8BEBA60973EE}" destId="{BBB57E74-4EA8-4E08-9A54-BBD939C10D4B}" srcOrd="3" destOrd="0" parTransId="{63660D29-CB71-4ECA-8652-9F222D9419C5}" sibTransId="{59232035-3544-4108-8D5D-D2E3839D3EA0}"/>
    <dgm:cxn modelId="{F0CA1BDB-233A-4F3C-BA30-D36AAFAC0BF9}" type="presOf" srcId="{BBB57E74-4EA8-4E08-9A54-BBD939C10D4B}" destId="{180F1147-7619-482D-8CFA-6742A158D62A}" srcOrd="0" destOrd="0" presId="urn:microsoft.com/office/officeart/2005/8/layout/matrix2"/>
    <dgm:cxn modelId="{89CD79FC-3665-49ED-85AF-EEF40D71C03E}" srcId="{50764022-C0DF-40F7-ABAB-8BEBA60973EE}" destId="{4DCD5D9F-15B7-460F-9A27-722297546631}" srcOrd="0" destOrd="0" parTransId="{10DF3171-3A11-4AA1-8D5D-824D091D4C77}" sibTransId="{A595EC67-019A-4C36-9F49-60E0A5148FB4}"/>
    <dgm:cxn modelId="{EF1F45E7-84A3-4122-B1E9-462B498A9118}" type="presParOf" srcId="{4DFFC35F-2CB6-4836-89D6-0559B66FE2B2}" destId="{F3722833-2386-46F6-9829-49EBF90611CF}" srcOrd="0" destOrd="0" presId="urn:microsoft.com/office/officeart/2005/8/layout/matrix2"/>
    <dgm:cxn modelId="{F60FD23D-11CA-40E9-9366-7F731B83CFF6}" type="presParOf" srcId="{4DFFC35F-2CB6-4836-89D6-0559B66FE2B2}" destId="{43F3CC81-6BD3-4FB9-B1CA-84258708D3F7}" srcOrd="1" destOrd="0" presId="urn:microsoft.com/office/officeart/2005/8/layout/matrix2"/>
    <dgm:cxn modelId="{3B33E42A-A359-4942-8345-6232771095EB}" type="presParOf" srcId="{4DFFC35F-2CB6-4836-89D6-0559B66FE2B2}" destId="{CBD49CD7-0C53-4379-8769-DF18B89DDA0A}" srcOrd="2" destOrd="0" presId="urn:microsoft.com/office/officeart/2005/8/layout/matrix2"/>
    <dgm:cxn modelId="{9B2920C7-EDFD-4EC6-B2C5-328556BB8FAB}" type="presParOf" srcId="{4DFFC35F-2CB6-4836-89D6-0559B66FE2B2}" destId="{C6DF9FB2-ED04-4DC0-AC13-1A9611F0AE9F}" srcOrd="3" destOrd="0" presId="urn:microsoft.com/office/officeart/2005/8/layout/matrix2"/>
    <dgm:cxn modelId="{4373C56D-FEB4-4EE5-9BAB-FA487D485CED}" type="presParOf" srcId="{4DFFC35F-2CB6-4836-89D6-0559B66FE2B2}" destId="{180F1147-7619-482D-8CFA-6742A158D62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5FFDEC-AB04-4845-A0FE-9A0CD0A34A3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3ACB658-A3E8-4940-8340-7965A667D6A0}">
      <dgm:prSet/>
      <dgm:spPr/>
      <dgm:t>
        <a:bodyPr/>
        <a:lstStyle/>
        <a:p>
          <a:pPr>
            <a:defRPr cap="all"/>
          </a:pPr>
          <a:r>
            <a:rPr lang="en-US"/>
            <a:t>Weather Prediction: Analyzes pressure trends over time (10-minute intervals).</a:t>
          </a:r>
        </a:p>
      </dgm:t>
    </dgm:pt>
    <dgm:pt modelId="{ACE59CE2-0B36-47A1-A134-0E44733252F7}" type="parTrans" cxnId="{20AE3D14-1DB0-4764-844A-2F8DCEB14B3F}">
      <dgm:prSet/>
      <dgm:spPr/>
      <dgm:t>
        <a:bodyPr/>
        <a:lstStyle/>
        <a:p>
          <a:endParaRPr lang="en-US"/>
        </a:p>
      </dgm:t>
    </dgm:pt>
    <dgm:pt modelId="{6EEA2234-AF35-440E-A881-F9A8612FB967}" type="sibTrans" cxnId="{20AE3D14-1DB0-4764-844A-2F8DCEB14B3F}">
      <dgm:prSet/>
      <dgm:spPr/>
      <dgm:t>
        <a:bodyPr/>
        <a:lstStyle/>
        <a:p>
          <a:endParaRPr lang="en-US"/>
        </a:p>
      </dgm:t>
    </dgm:pt>
    <dgm:pt modelId="{4B1B2655-B44A-40F3-A24C-18186D186261}">
      <dgm:prSet/>
      <dgm:spPr/>
      <dgm:t>
        <a:bodyPr/>
        <a:lstStyle/>
        <a:p>
          <a:pPr>
            <a:defRPr cap="all"/>
          </a:pPr>
          <a:r>
            <a:rPr lang="en-US"/>
            <a:t>- Rising Pressure → Sunny/Clearing </a:t>
          </a:r>
        </a:p>
      </dgm:t>
    </dgm:pt>
    <dgm:pt modelId="{8514BE86-06B1-4D47-9AFA-4753E20D56EA}" type="parTrans" cxnId="{3599679A-2C34-4BE2-BDD8-F1E6A1345173}">
      <dgm:prSet/>
      <dgm:spPr/>
      <dgm:t>
        <a:bodyPr/>
        <a:lstStyle/>
        <a:p>
          <a:endParaRPr lang="en-US"/>
        </a:p>
      </dgm:t>
    </dgm:pt>
    <dgm:pt modelId="{AC050978-119E-4516-B26B-A1A5DEF78C98}" type="sibTrans" cxnId="{3599679A-2C34-4BE2-BDD8-F1E6A1345173}">
      <dgm:prSet/>
      <dgm:spPr/>
      <dgm:t>
        <a:bodyPr/>
        <a:lstStyle/>
        <a:p>
          <a:endParaRPr lang="en-US"/>
        </a:p>
      </dgm:t>
    </dgm:pt>
    <dgm:pt modelId="{DFE2E84E-07B6-4826-BECE-16ED0C530BF2}">
      <dgm:prSet/>
      <dgm:spPr/>
      <dgm:t>
        <a:bodyPr/>
        <a:lstStyle/>
        <a:p>
          <a:pPr>
            <a:defRPr cap="all"/>
          </a:pPr>
          <a:r>
            <a:rPr lang="en-US"/>
            <a:t>- Falling Pressure → Storm/Rain Likely </a:t>
          </a:r>
        </a:p>
      </dgm:t>
    </dgm:pt>
    <dgm:pt modelId="{1E36FEDC-72F9-4D4A-A60D-7C1D3B20DC9D}" type="parTrans" cxnId="{07D18A3E-BCBC-4F4A-8BB6-7060292E1E0F}">
      <dgm:prSet/>
      <dgm:spPr/>
      <dgm:t>
        <a:bodyPr/>
        <a:lstStyle/>
        <a:p>
          <a:endParaRPr lang="en-US"/>
        </a:p>
      </dgm:t>
    </dgm:pt>
    <dgm:pt modelId="{5C9F5773-971E-45E0-85CB-B586A29F61DB}" type="sibTrans" cxnId="{07D18A3E-BCBC-4F4A-8BB6-7060292E1E0F}">
      <dgm:prSet/>
      <dgm:spPr/>
      <dgm:t>
        <a:bodyPr/>
        <a:lstStyle/>
        <a:p>
          <a:endParaRPr lang="en-US"/>
        </a:p>
      </dgm:t>
    </dgm:pt>
    <dgm:pt modelId="{D40B5ECA-8D1B-4EB2-A0D5-5A185C8E7462}">
      <dgm:prSet/>
      <dgm:spPr/>
      <dgm:t>
        <a:bodyPr/>
        <a:lstStyle/>
        <a:p>
          <a:pPr>
            <a:defRPr cap="all"/>
          </a:pPr>
          <a:r>
            <a:rPr lang="en-US"/>
            <a:t>Heat Index Calculation: Calculates the 'Real Feel' temperature based on humidity logic.</a:t>
          </a:r>
        </a:p>
      </dgm:t>
    </dgm:pt>
    <dgm:pt modelId="{1C757FF1-F6FC-47C6-A46C-E5A207BD5343}" type="parTrans" cxnId="{CE6829A3-F8FC-42E9-911E-F6386A5E0325}">
      <dgm:prSet/>
      <dgm:spPr/>
      <dgm:t>
        <a:bodyPr/>
        <a:lstStyle/>
        <a:p>
          <a:endParaRPr lang="en-US"/>
        </a:p>
      </dgm:t>
    </dgm:pt>
    <dgm:pt modelId="{0FD2CD90-259B-458E-93F0-85A5700138E8}" type="sibTrans" cxnId="{CE6829A3-F8FC-42E9-911E-F6386A5E0325}">
      <dgm:prSet/>
      <dgm:spPr/>
      <dgm:t>
        <a:bodyPr/>
        <a:lstStyle/>
        <a:p>
          <a:endParaRPr lang="en-US"/>
        </a:p>
      </dgm:t>
    </dgm:pt>
    <dgm:pt modelId="{D9D0BFFC-F546-4A11-8EEB-B598E893741B}">
      <dgm:prSet/>
      <dgm:spPr/>
      <dgm:t>
        <a:bodyPr/>
        <a:lstStyle/>
        <a:p>
          <a:pPr>
            <a:defRPr cap="all"/>
          </a:pPr>
          <a:r>
            <a:rPr lang="en-US"/>
            <a:t>Air Quality Status: Converts raw sensor data into human-readable text (Safe / Warning / Danger).</a:t>
          </a:r>
        </a:p>
      </dgm:t>
    </dgm:pt>
    <dgm:pt modelId="{1180C7D8-BC49-49AA-BC1A-FB01B48E01A4}" type="parTrans" cxnId="{58AC92AB-3762-47AD-9964-67E8624C133B}">
      <dgm:prSet/>
      <dgm:spPr/>
      <dgm:t>
        <a:bodyPr/>
        <a:lstStyle/>
        <a:p>
          <a:endParaRPr lang="en-US"/>
        </a:p>
      </dgm:t>
    </dgm:pt>
    <dgm:pt modelId="{F47CA48E-9490-4152-B693-47C04402490D}" type="sibTrans" cxnId="{58AC92AB-3762-47AD-9964-67E8624C133B}">
      <dgm:prSet/>
      <dgm:spPr/>
      <dgm:t>
        <a:bodyPr/>
        <a:lstStyle/>
        <a:p>
          <a:endParaRPr lang="en-US"/>
        </a:p>
      </dgm:t>
    </dgm:pt>
    <dgm:pt modelId="{402B169E-1C5C-4D31-B5CC-FE1FFD223EF1}" type="pres">
      <dgm:prSet presAssocID="{A25FFDEC-AB04-4845-A0FE-9A0CD0A34A35}" presName="root" presStyleCnt="0">
        <dgm:presLayoutVars>
          <dgm:dir/>
          <dgm:resizeHandles val="exact"/>
        </dgm:presLayoutVars>
      </dgm:prSet>
      <dgm:spPr/>
    </dgm:pt>
    <dgm:pt modelId="{B3A4A68E-6604-4E2F-89E0-BDE4640E2132}" type="pres">
      <dgm:prSet presAssocID="{B3ACB658-A3E8-4940-8340-7965A667D6A0}" presName="compNode" presStyleCnt="0"/>
      <dgm:spPr/>
    </dgm:pt>
    <dgm:pt modelId="{F8CEC595-A29F-4D10-A815-05BF0772FD9C}" type="pres">
      <dgm:prSet presAssocID="{B3ACB658-A3E8-4940-8340-7965A667D6A0}" presName="iconBgRect" presStyleLbl="bgShp" presStyleIdx="0" presStyleCnt="5"/>
      <dgm:spPr/>
    </dgm:pt>
    <dgm:pt modelId="{216E13C5-68E4-4A53-AA38-EC21E6E7CC2B}" type="pres">
      <dgm:prSet presAssocID="{B3ACB658-A3E8-4940-8340-7965A667D6A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C19F9D4-E52B-4081-A130-54254B626CCE}" type="pres">
      <dgm:prSet presAssocID="{B3ACB658-A3E8-4940-8340-7965A667D6A0}" presName="spaceRect" presStyleCnt="0"/>
      <dgm:spPr/>
    </dgm:pt>
    <dgm:pt modelId="{B42735FD-7016-4991-BEFB-14591732BCF5}" type="pres">
      <dgm:prSet presAssocID="{B3ACB658-A3E8-4940-8340-7965A667D6A0}" presName="textRect" presStyleLbl="revTx" presStyleIdx="0" presStyleCnt="5">
        <dgm:presLayoutVars>
          <dgm:chMax val="1"/>
          <dgm:chPref val="1"/>
        </dgm:presLayoutVars>
      </dgm:prSet>
      <dgm:spPr/>
    </dgm:pt>
    <dgm:pt modelId="{B42E23D0-1802-4DF7-B9B4-A4EDD7FEF299}" type="pres">
      <dgm:prSet presAssocID="{6EEA2234-AF35-440E-A881-F9A8612FB967}" presName="sibTrans" presStyleCnt="0"/>
      <dgm:spPr/>
    </dgm:pt>
    <dgm:pt modelId="{D661B449-9271-4E53-9BBD-D60651E705C8}" type="pres">
      <dgm:prSet presAssocID="{4B1B2655-B44A-40F3-A24C-18186D186261}" presName="compNode" presStyleCnt="0"/>
      <dgm:spPr/>
    </dgm:pt>
    <dgm:pt modelId="{5E351B12-7EED-43D1-8E33-C433D4421693}" type="pres">
      <dgm:prSet presAssocID="{4B1B2655-B44A-40F3-A24C-18186D186261}" presName="iconBgRect" presStyleLbl="bgShp" presStyleIdx="1" presStyleCnt="5"/>
      <dgm:spPr/>
    </dgm:pt>
    <dgm:pt modelId="{6D6F8D1C-B542-4DFE-86AC-0C77B2BDC961}" type="pres">
      <dgm:prSet presAssocID="{4B1B2655-B44A-40F3-A24C-18186D18626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4AA6F49E-3E54-4422-9268-3E602FBFEC22}" type="pres">
      <dgm:prSet presAssocID="{4B1B2655-B44A-40F3-A24C-18186D186261}" presName="spaceRect" presStyleCnt="0"/>
      <dgm:spPr/>
    </dgm:pt>
    <dgm:pt modelId="{6F24F8B4-DF64-4EA3-BE9A-F816EE6BCCE1}" type="pres">
      <dgm:prSet presAssocID="{4B1B2655-B44A-40F3-A24C-18186D186261}" presName="textRect" presStyleLbl="revTx" presStyleIdx="1" presStyleCnt="5">
        <dgm:presLayoutVars>
          <dgm:chMax val="1"/>
          <dgm:chPref val="1"/>
        </dgm:presLayoutVars>
      </dgm:prSet>
      <dgm:spPr/>
    </dgm:pt>
    <dgm:pt modelId="{FCC2E918-79EF-4DA9-A35F-4E2439BC01E6}" type="pres">
      <dgm:prSet presAssocID="{AC050978-119E-4516-B26B-A1A5DEF78C98}" presName="sibTrans" presStyleCnt="0"/>
      <dgm:spPr/>
    </dgm:pt>
    <dgm:pt modelId="{B3F8B39A-3C7F-4EE1-A834-761BA722D2BC}" type="pres">
      <dgm:prSet presAssocID="{DFE2E84E-07B6-4826-BECE-16ED0C530BF2}" presName="compNode" presStyleCnt="0"/>
      <dgm:spPr/>
    </dgm:pt>
    <dgm:pt modelId="{95457367-AA49-4D3C-8089-93FF458EFEBC}" type="pres">
      <dgm:prSet presAssocID="{DFE2E84E-07B6-4826-BECE-16ED0C530BF2}" presName="iconBgRect" presStyleLbl="bgShp" presStyleIdx="2" presStyleCnt="5"/>
      <dgm:spPr/>
    </dgm:pt>
    <dgm:pt modelId="{65DAA642-3A1F-4050-9A5E-837388758A22}" type="pres">
      <dgm:prSet presAssocID="{DFE2E84E-07B6-4826-BECE-16ED0C530BF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CF60C25B-F0B5-40C5-8E1C-B6BE101FC60D}" type="pres">
      <dgm:prSet presAssocID="{DFE2E84E-07B6-4826-BECE-16ED0C530BF2}" presName="spaceRect" presStyleCnt="0"/>
      <dgm:spPr/>
    </dgm:pt>
    <dgm:pt modelId="{1FE16E82-ABFF-45F5-891F-BA1BB9412BE7}" type="pres">
      <dgm:prSet presAssocID="{DFE2E84E-07B6-4826-BECE-16ED0C530BF2}" presName="textRect" presStyleLbl="revTx" presStyleIdx="2" presStyleCnt="5">
        <dgm:presLayoutVars>
          <dgm:chMax val="1"/>
          <dgm:chPref val="1"/>
        </dgm:presLayoutVars>
      </dgm:prSet>
      <dgm:spPr/>
    </dgm:pt>
    <dgm:pt modelId="{76DD16C4-13DF-4BA7-B5B9-CA7058624AB4}" type="pres">
      <dgm:prSet presAssocID="{5C9F5773-971E-45E0-85CB-B586A29F61DB}" presName="sibTrans" presStyleCnt="0"/>
      <dgm:spPr/>
    </dgm:pt>
    <dgm:pt modelId="{A274A02D-8AD0-453F-912E-3AAD8EA45794}" type="pres">
      <dgm:prSet presAssocID="{D40B5ECA-8D1B-4EB2-A0D5-5A185C8E7462}" presName="compNode" presStyleCnt="0"/>
      <dgm:spPr/>
    </dgm:pt>
    <dgm:pt modelId="{D804AD20-3092-4E07-ABC0-8C162D486AB3}" type="pres">
      <dgm:prSet presAssocID="{D40B5ECA-8D1B-4EB2-A0D5-5A185C8E7462}" presName="iconBgRect" presStyleLbl="bgShp" presStyleIdx="3" presStyleCnt="5"/>
      <dgm:spPr/>
    </dgm:pt>
    <dgm:pt modelId="{A5A43F73-3B35-4474-B5AD-BE7D725BDAD2}" type="pres">
      <dgm:prSet presAssocID="{D40B5ECA-8D1B-4EB2-A0D5-5A185C8E746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F3E35DC6-8161-4563-A732-09C8D6E6C05E}" type="pres">
      <dgm:prSet presAssocID="{D40B5ECA-8D1B-4EB2-A0D5-5A185C8E7462}" presName="spaceRect" presStyleCnt="0"/>
      <dgm:spPr/>
    </dgm:pt>
    <dgm:pt modelId="{97F5FCAC-B87C-4069-8514-65FF7A11FDDC}" type="pres">
      <dgm:prSet presAssocID="{D40B5ECA-8D1B-4EB2-A0D5-5A185C8E7462}" presName="textRect" presStyleLbl="revTx" presStyleIdx="3" presStyleCnt="5">
        <dgm:presLayoutVars>
          <dgm:chMax val="1"/>
          <dgm:chPref val="1"/>
        </dgm:presLayoutVars>
      </dgm:prSet>
      <dgm:spPr/>
    </dgm:pt>
    <dgm:pt modelId="{5ECAA469-708F-4EB1-A7A2-E9A837DF5DEC}" type="pres">
      <dgm:prSet presAssocID="{0FD2CD90-259B-458E-93F0-85A5700138E8}" presName="sibTrans" presStyleCnt="0"/>
      <dgm:spPr/>
    </dgm:pt>
    <dgm:pt modelId="{ABFB946F-CE2C-4FAE-9BAF-975D9D738ED3}" type="pres">
      <dgm:prSet presAssocID="{D9D0BFFC-F546-4A11-8EEB-B598E893741B}" presName="compNode" presStyleCnt="0"/>
      <dgm:spPr/>
    </dgm:pt>
    <dgm:pt modelId="{0D85C139-2E0F-4A6F-B5FE-75AE6BEEFB11}" type="pres">
      <dgm:prSet presAssocID="{D9D0BFFC-F546-4A11-8EEB-B598E893741B}" presName="iconBgRect" presStyleLbl="bgShp" presStyleIdx="4" presStyleCnt="5"/>
      <dgm:spPr/>
    </dgm:pt>
    <dgm:pt modelId="{BA7C5029-E6F2-4C5A-833E-321441811367}" type="pres">
      <dgm:prSet presAssocID="{D9D0BFFC-F546-4A11-8EEB-B598E893741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317C720-8947-48BB-A088-9A6A4E7CCC26}" type="pres">
      <dgm:prSet presAssocID="{D9D0BFFC-F546-4A11-8EEB-B598E893741B}" presName="spaceRect" presStyleCnt="0"/>
      <dgm:spPr/>
    </dgm:pt>
    <dgm:pt modelId="{492D385E-5B6F-46E1-8035-790400050AD6}" type="pres">
      <dgm:prSet presAssocID="{D9D0BFFC-F546-4A11-8EEB-B598E893741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0AE3D14-1DB0-4764-844A-2F8DCEB14B3F}" srcId="{A25FFDEC-AB04-4845-A0FE-9A0CD0A34A35}" destId="{B3ACB658-A3E8-4940-8340-7965A667D6A0}" srcOrd="0" destOrd="0" parTransId="{ACE59CE2-0B36-47A1-A134-0E44733252F7}" sibTransId="{6EEA2234-AF35-440E-A881-F9A8612FB967}"/>
    <dgm:cxn modelId="{9267A531-8947-48C6-8AF0-2A58CECA40A6}" type="presOf" srcId="{D9D0BFFC-F546-4A11-8EEB-B598E893741B}" destId="{492D385E-5B6F-46E1-8035-790400050AD6}" srcOrd="0" destOrd="0" presId="urn:microsoft.com/office/officeart/2018/5/layout/IconCircleLabelList"/>
    <dgm:cxn modelId="{07D18A3E-BCBC-4F4A-8BB6-7060292E1E0F}" srcId="{A25FFDEC-AB04-4845-A0FE-9A0CD0A34A35}" destId="{DFE2E84E-07B6-4826-BECE-16ED0C530BF2}" srcOrd="2" destOrd="0" parTransId="{1E36FEDC-72F9-4D4A-A60D-7C1D3B20DC9D}" sibTransId="{5C9F5773-971E-45E0-85CB-B586A29F61DB}"/>
    <dgm:cxn modelId="{C7F27A50-33CE-443C-AADC-C6DA22C6BD08}" type="presOf" srcId="{4B1B2655-B44A-40F3-A24C-18186D186261}" destId="{6F24F8B4-DF64-4EA3-BE9A-F816EE6BCCE1}" srcOrd="0" destOrd="0" presId="urn:microsoft.com/office/officeart/2018/5/layout/IconCircleLabelList"/>
    <dgm:cxn modelId="{27A5AB80-A123-4ED6-9D5D-7100E131BD45}" type="presOf" srcId="{DFE2E84E-07B6-4826-BECE-16ED0C530BF2}" destId="{1FE16E82-ABFF-45F5-891F-BA1BB9412BE7}" srcOrd="0" destOrd="0" presId="urn:microsoft.com/office/officeart/2018/5/layout/IconCircleLabelList"/>
    <dgm:cxn modelId="{0A225687-9DBA-4880-B0C5-15A41BE34C01}" type="presOf" srcId="{A25FFDEC-AB04-4845-A0FE-9A0CD0A34A35}" destId="{402B169E-1C5C-4D31-B5CC-FE1FFD223EF1}" srcOrd="0" destOrd="0" presId="urn:microsoft.com/office/officeart/2018/5/layout/IconCircleLabelList"/>
    <dgm:cxn modelId="{3599679A-2C34-4BE2-BDD8-F1E6A1345173}" srcId="{A25FFDEC-AB04-4845-A0FE-9A0CD0A34A35}" destId="{4B1B2655-B44A-40F3-A24C-18186D186261}" srcOrd="1" destOrd="0" parTransId="{8514BE86-06B1-4D47-9AFA-4753E20D56EA}" sibTransId="{AC050978-119E-4516-B26B-A1A5DEF78C98}"/>
    <dgm:cxn modelId="{CE6829A3-F8FC-42E9-911E-F6386A5E0325}" srcId="{A25FFDEC-AB04-4845-A0FE-9A0CD0A34A35}" destId="{D40B5ECA-8D1B-4EB2-A0D5-5A185C8E7462}" srcOrd="3" destOrd="0" parTransId="{1C757FF1-F6FC-47C6-A46C-E5A207BD5343}" sibTransId="{0FD2CD90-259B-458E-93F0-85A5700138E8}"/>
    <dgm:cxn modelId="{58AC92AB-3762-47AD-9964-67E8624C133B}" srcId="{A25FFDEC-AB04-4845-A0FE-9A0CD0A34A35}" destId="{D9D0BFFC-F546-4A11-8EEB-B598E893741B}" srcOrd="4" destOrd="0" parTransId="{1180C7D8-BC49-49AA-BC1A-FB01B48E01A4}" sibTransId="{F47CA48E-9490-4152-B693-47C04402490D}"/>
    <dgm:cxn modelId="{B9F4E3D4-72E2-4A5E-8B25-E22C7838D2D1}" type="presOf" srcId="{D40B5ECA-8D1B-4EB2-A0D5-5A185C8E7462}" destId="{97F5FCAC-B87C-4069-8514-65FF7A11FDDC}" srcOrd="0" destOrd="0" presId="urn:microsoft.com/office/officeart/2018/5/layout/IconCircleLabelList"/>
    <dgm:cxn modelId="{96A84BDF-AF03-4760-93AF-92CFF23452F7}" type="presOf" srcId="{B3ACB658-A3E8-4940-8340-7965A667D6A0}" destId="{B42735FD-7016-4991-BEFB-14591732BCF5}" srcOrd="0" destOrd="0" presId="urn:microsoft.com/office/officeart/2018/5/layout/IconCircleLabelList"/>
    <dgm:cxn modelId="{F26BEC63-01CC-4C6E-B872-CBB58131BA69}" type="presParOf" srcId="{402B169E-1C5C-4D31-B5CC-FE1FFD223EF1}" destId="{B3A4A68E-6604-4E2F-89E0-BDE4640E2132}" srcOrd="0" destOrd="0" presId="urn:microsoft.com/office/officeart/2018/5/layout/IconCircleLabelList"/>
    <dgm:cxn modelId="{A50B4E0A-5915-48EB-B4E1-7516CA3E9519}" type="presParOf" srcId="{B3A4A68E-6604-4E2F-89E0-BDE4640E2132}" destId="{F8CEC595-A29F-4D10-A815-05BF0772FD9C}" srcOrd="0" destOrd="0" presId="urn:microsoft.com/office/officeart/2018/5/layout/IconCircleLabelList"/>
    <dgm:cxn modelId="{996D58E3-7291-492C-AAA9-F3ED9AC18785}" type="presParOf" srcId="{B3A4A68E-6604-4E2F-89E0-BDE4640E2132}" destId="{216E13C5-68E4-4A53-AA38-EC21E6E7CC2B}" srcOrd="1" destOrd="0" presId="urn:microsoft.com/office/officeart/2018/5/layout/IconCircleLabelList"/>
    <dgm:cxn modelId="{3EAA4510-2105-46E2-95DB-D67C7C46B345}" type="presParOf" srcId="{B3A4A68E-6604-4E2F-89E0-BDE4640E2132}" destId="{1C19F9D4-E52B-4081-A130-54254B626CCE}" srcOrd="2" destOrd="0" presId="urn:microsoft.com/office/officeart/2018/5/layout/IconCircleLabelList"/>
    <dgm:cxn modelId="{E7DE6BF9-0015-4852-B69A-28CABE5EC3C5}" type="presParOf" srcId="{B3A4A68E-6604-4E2F-89E0-BDE4640E2132}" destId="{B42735FD-7016-4991-BEFB-14591732BCF5}" srcOrd="3" destOrd="0" presId="urn:microsoft.com/office/officeart/2018/5/layout/IconCircleLabelList"/>
    <dgm:cxn modelId="{64EBABC0-70F3-458E-80C8-8278256F32A9}" type="presParOf" srcId="{402B169E-1C5C-4D31-B5CC-FE1FFD223EF1}" destId="{B42E23D0-1802-4DF7-B9B4-A4EDD7FEF299}" srcOrd="1" destOrd="0" presId="urn:microsoft.com/office/officeart/2018/5/layout/IconCircleLabelList"/>
    <dgm:cxn modelId="{F8F021B8-4B9D-4056-9EE2-D85E8FBE135B}" type="presParOf" srcId="{402B169E-1C5C-4D31-B5CC-FE1FFD223EF1}" destId="{D661B449-9271-4E53-9BBD-D60651E705C8}" srcOrd="2" destOrd="0" presId="urn:microsoft.com/office/officeart/2018/5/layout/IconCircleLabelList"/>
    <dgm:cxn modelId="{5CC27DE7-106B-4C7B-B176-B44885C782F9}" type="presParOf" srcId="{D661B449-9271-4E53-9BBD-D60651E705C8}" destId="{5E351B12-7EED-43D1-8E33-C433D4421693}" srcOrd="0" destOrd="0" presId="urn:microsoft.com/office/officeart/2018/5/layout/IconCircleLabelList"/>
    <dgm:cxn modelId="{5C429239-395D-41C9-AE0E-C76CDFE2FCC5}" type="presParOf" srcId="{D661B449-9271-4E53-9BBD-D60651E705C8}" destId="{6D6F8D1C-B542-4DFE-86AC-0C77B2BDC961}" srcOrd="1" destOrd="0" presId="urn:microsoft.com/office/officeart/2018/5/layout/IconCircleLabelList"/>
    <dgm:cxn modelId="{BC7F3C2E-995C-4F9E-94D9-FF785B54DA85}" type="presParOf" srcId="{D661B449-9271-4E53-9BBD-D60651E705C8}" destId="{4AA6F49E-3E54-4422-9268-3E602FBFEC22}" srcOrd="2" destOrd="0" presId="urn:microsoft.com/office/officeart/2018/5/layout/IconCircleLabelList"/>
    <dgm:cxn modelId="{2E2D565B-E1B9-4A60-9193-57C3C494EA90}" type="presParOf" srcId="{D661B449-9271-4E53-9BBD-D60651E705C8}" destId="{6F24F8B4-DF64-4EA3-BE9A-F816EE6BCCE1}" srcOrd="3" destOrd="0" presId="urn:microsoft.com/office/officeart/2018/5/layout/IconCircleLabelList"/>
    <dgm:cxn modelId="{233A5F48-F435-4A55-9229-6FBADC5B5EEA}" type="presParOf" srcId="{402B169E-1C5C-4D31-B5CC-FE1FFD223EF1}" destId="{FCC2E918-79EF-4DA9-A35F-4E2439BC01E6}" srcOrd="3" destOrd="0" presId="urn:microsoft.com/office/officeart/2018/5/layout/IconCircleLabelList"/>
    <dgm:cxn modelId="{72219D21-DD5B-4147-B996-379CC2EB9F3C}" type="presParOf" srcId="{402B169E-1C5C-4D31-B5CC-FE1FFD223EF1}" destId="{B3F8B39A-3C7F-4EE1-A834-761BA722D2BC}" srcOrd="4" destOrd="0" presId="urn:microsoft.com/office/officeart/2018/5/layout/IconCircleLabelList"/>
    <dgm:cxn modelId="{901DDE63-A647-455C-9EBD-44E75DF778F3}" type="presParOf" srcId="{B3F8B39A-3C7F-4EE1-A834-761BA722D2BC}" destId="{95457367-AA49-4D3C-8089-93FF458EFEBC}" srcOrd="0" destOrd="0" presId="urn:microsoft.com/office/officeart/2018/5/layout/IconCircleLabelList"/>
    <dgm:cxn modelId="{CCD104DF-4B3A-433D-8516-1CC4599741CE}" type="presParOf" srcId="{B3F8B39A-3C7F-4EE1-A834-761BA722D2BC}" destId="{65DAA642-3A1F-4050-9A5E-837388758A22}" srcOrd="1" destOrd="0" presId="urn:microsoft.com/office/officeart/2018/5/layout/IconCircleLabelList"/>
    <dgm:cxn modelId="{865DD1E6-B43D-4F02-8A13-87F4A6BE4F7A}" type="presParOf" srcId="{B3F8B39A-3C7F-4EE1-A834-761BA722D2BC}" destId="{CF60C25B-F0B5-40C5-8E1C-B6BE101FC60D}" srcOrd="2" destOrd="0" presId="urn:microsoft.com/office/officeart/2018/5/layout/IconCircleLabelList"/>
    <dgm:cxn modelId="{D9941ABD-867F-4A1E-BEF1-36E1CD7180F4}" type="presParOf" srcId="{B3F8B39A-3C7F-4EE1-A834-761BA722D2BC}" destId="{1FE16E82-ABFF-45F5-891F-BA1BB9412BE7}" srcOrd="3" destOrd="0" presId="urn:microsoft.com/office/officeart/2018/5/layout/IconCircleLabelList"/>
    <dgm:cxn modelId="{25B92CCD-E4E8-40E2-8B06-740765E74C91}" type="presParOf" srcId="{402B169E-1C5C-4D31-B5CC-FE1FFD223EF1}" destId="{76DD16C4-13DF-4BA7-B5B9-CA7058624AB4}" srcOrd="5" destOrd="0" presId="urn:microsoft.com/office/officeart/2018/5/layout/IconCircleLabelList"/>
    <dgm:cxn modelId="{FF9EA8A4-5FF5-42C3-8FC0-5EB3F15FA47C}" type="presParOf" srcId="{402B169E-1C5C-4D31-B5CC-FE1FFD223EF1}" destId="{A274A02D-8AD0-453F-912E-3AAD8EA45794}" srcOrd="6" destOrd="0" presId="urn:microsoft.com/office/officeart/2018/5/layout/IconCircleLabelList"/>
    <dgm:cxn modelId="{50E72541-A01A-478F-ADE1-851969BC1516}" type="presParOf" srcId="{A274A02D-8AD0-453F-912E-3AAD8EA45794}" destId="{D804AD20-3092-4E07-ABC0-8C162D486AB3}" srcOrd="0" destOrd="0" presId="urn:microsoft.com/office/officeart/2018/5/layout/IconCircleLabelList"/>
    <dgm:cxn modelId="{701F971D-75BD-4110-A66E-47951EFAF1B4}" type="presParOf" srcId="{A274A02D-8AD0-453F-912E-3AAD8EA45794}" destId="{A5A43F73-3B35-4474-B5AD-BE7D725BDAD2}" srcOrd="1" destOrd="0" presId="urn:microsoft.com/office/officeart/2018/5/layout/IconCircleLabelList"/>
    <dgm:cxn modelId="{6ADA63B4-9718-428E-9213-E77F0061014E}" type="presParOf" srcId="{A274A02D-8AD0-453F-912E-3AAD8EA45794}" destId="{F3E35DC6-8161-4563-A732-09C8D6E6C05E}" srcOrd="2" destOrd="0" presId="urn:microsoft.com/office/officeart/2018/5/layout/IconCircleLabelList"/>
    <dgm:cxn modelId="{FBC109F5-C52F-4EE2-8A2C-B84FE05862DD}" type="presParOf" srcId="{A274A02D-8AD0-453F-912E-3AAD8EA45794}" destId="{97F5FCAC-B87C-4069-8514-65FF7A11FDDC}" srcOrd="3" destOrd="0" presId="urn:microsoft.com/office/officeart/2018/5/layout/IconCircleLabelList"/>
    <dgm:cxn modelId="{1927BDC1-2E03-48E5-BBE3-94EABFA9B8EE}" type="presParOf" srcId="{402B169E-1C5C-4D31-B5CC-FE1FFD223EF1}" destId="{5ECAA469-708F-4EB1-A7A2-E9A837DF5DEC}" srcOrd="7" destOrd="0" presId="urn:microsoft.com/office/officeart/2018/5/layout/IconCircleLabelList"/>
    <dgm:cxn modelId="{22023B52-6A85-4EE6-B7C9-F3981E77662F}" type="presParOf" srcId="{402B169E-1C5C-4D31-B5CC-FE1FFD223EF1}" destId="{ABFB946F-CE2C-4FAE-9BAF-975D9D738ED3}" srcOrd="8" destOrd="0" presId="urn:microsoft.com/office/officeart/2018/5/layout/IconCircleLabelList"/>
    <dgm:cxn modelId="{7E53656C-64C8-4910-B153-E075E1BE9A8E}" type="presParOf" srcId="{ABFB946F-CE2C-4FAE-9BAF-975D9D738ED3}" destId="{0D85C139-2E0F-4A6F-B5FE-75AE6BEEFB11}" srcOrd="0" destOrd="0" presId="urn:microsoft.com/office/officeart/2018/5/layout/IconCircleLabelList"/>
    <dgm:cxn modelId="{A2E6714E-CFFB-4B57-A1BC-799F29A7AD89}" type="presParOf" srcId="{ABFB946F-CE2C-4FAE-9BAF-975D9D738ED3}" destId="{BA7C5029-E6F2-4C5A-833E-321441811367}" srcOrd="1" destOrd="0" presId="urn:microsoft.com/office/officeart/2018/5/layout/IconCircleLabelList"/>
    <dgm:cxn modelId="{0E365CD3-96BC-47AD-AF7F-37A5114E6AA8}" type="presParOf" srcId="{ABFB946F-CE2C-4FAE-9BAF-975D9D738ED3}" destId="{B317C720-8947-48BB-A088-9A6A4E7CCC26}" srcOrd="2" destOrd="0" presId="urn:microsoft.com/office/officeart/2018/5/layout/IconCircleLabelList"/>
    <dgm:cxn modelId="{5AB56E61-61D0-4DF6-BBE2-D902EEAABD44}" type="presParOf" srcId="{ABFB946F-CE2C-4FAE-9BAF-975D9D738ED3}" destId="{492D385E-5B6F-46E1-8035-790400050AD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553A51-079C-46C2-A086-6A1A2FFEB6C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22921A4-7222-4684-8556-580C5E625783}">
      <dgm:prSet/>
      <dgm:spPr/>
      <dgm:t>
        <a:bodyPr/>
        <a:lstStyle/>
        <a:p>
          <a:r>
            <a:rPr lang="en-US"/>
            <a:t>Integration with Solar Power for off-grid usage.</a:t>
          </a:r>
        </a:p>
      </dgm:t>
    </dgm:pt>
    <dgm:pt modelId="{10D5BE24-C473-46FC-84F1-59D1A2A1DC30}" type="parTrans" cxnId="{E11E5FB7-DEDB-4950-BDA5-3C7190A1C5E2}">
      <dgm:prSet/>
      <dgm:spPr/>
      <dgm:t>
        <a:bodyPr/>
        <a:lstStyle/>
        <a:p>
          <a:endParaRPr lang="en-US"/>
        </a:p>
      </dgm:t>
    </dgm:pt>
    <dgm:pt modelId="{FC5C99D2-7A82-40F5-BB9C-0DD7DC8C57CB}" type="sibTrans" cxnId="{E11E5FB7-DEDB-4950-BDA5-3C7190A1C5E2}">
      <dgm:prSet/>
      <dgm:spPr/>
      <dgm:t>
        <a:bodyPr/>
        <a:lstStyle/>
        <a:p>
          <a:endParaRPr lang="en-US"/>
        </a:p>
      </dgm:t>
    </dgm:pt>
    <dgm:pt modelId="{BB3785F2-5763-46E0-B09A-D461D382F1F1}">
      <dgm:prSet/>
      <dgm:spPr/>
      <dgm:t>
        <a:bodyPr/>
        <a:lstStyle/>
        <a:p>
          <a:r>
            <a:rPr lang="en-US"/>
            <a:t>Adding Anemometer (Wind Speed) and Wind Vane (Direction).</a:t>
          </a:r>
        </a:p>
      </dgm:t>
    </dgm:pt>
    <dgm:pt modelId="{72338254-265F-48FE-802E-3C35C0F2C7C4}" type="parTrans" cxnId="{3B9A3C1E-9FA4-4F23-B956-846FB0E6A405}">
      <dgm:prSet/>
      <dgm:spPr/>
      <dgm:t>
        <a:bodyPr/>
        <a:lstStyle/>
        <a:p>
          <a:endParaRPr lang="en-US"/>
        </a:p>
      </dgm:t>
    </dgm:pt>
    <dgm:pt modelId="{71332490-F2F3-4D37-94CA-4E964DB11005}" type="sibTrans" cxnId="{3B9A3C1E-9FA4-4F23-B956-846FB0E6A405}">
      <dgm:prSet/>
      <dgm:spPr/>
      <dgm:t>
        <a:bodyPr/>
        <a:lstStyle/>
        <a:p>
          <a:endParaRPr lang="en-US"/>
        </a:p>
      </dgm:t>
    </dgm:pt>
    <dgm:pt modelId="{98C1278B-E89E-4439-83A7-57F3159575B4}">
      <dgm:prSet/>
      <dgm:spPr/>
      <dgm:t>
        <a:bodyPr/>
        <a:lstStyle/>
        <a:p>
          <a:r>
            <a:rPr lang="en-US"/>
            <a:t>Machine Learning for better long-term weather prediction.</a:t>
          </a:r>
        </a:p>
      </dgm:t>
    </dgm:pt>
    <dgm:pt modelId="{D3E849AF-04B3-4A34-ADE9-526A5E528FB0}" type="parTrans" cxnId="{218C9304-B56F-44B6-91EF-61F9FA7BF85D}">
      <dgm:prSet/>
      <dgm:spPr/>
      <dgm:t>
        <a:bodyPr/>
        <a:lstStyle/>
        <a:p>
          <a:endParaRPr lang="en-US"/>
        </a:p>
      </dgm:t>
    </dgm:pt>
    <dgm:pt modelId="{9C9AC574-BF43-470A-8C47-B24B977FD08B}" type="sibTrans" cxnId="{218C9304-B56F-44B6-91EF-61F9FA7BF85D}">
      <dgm:prSet/>
      <dgm:spPr/>
      <dgm:t>
        <a:bodyPr/>
        <a:lstStyle/>
        <a:p>
          <a:endParaRPr lang="en-US"/>
        </a:p>
      </dgm:t>
    </dgm:pt>
    <dgm:pt modelId="{7C8F2B01-26DF-4EE4-A962-957EAA3B8186}" type="pres">
      <dgm:prSet presAssocID="{8C553A51-079C-46C2-A086-6A1A2FFEB6C8}" presName="root" presStyleCnt="0">
        <dgm:presLayoutVars>
          <dgm:dir/>
          <dgm:resizeHandles val="exact"/>
        </dgm:presLayoutVars>
      </dgm:prSet>
      <dgm:spPr/>
    </dgm:pt>
    <dgm:pt modelId="{6AEA6B3A-E2B1-4F69-9C50-158A0A6D59B2}" type="pres">
      <dgm:prSet presAssocID="{022921A4-7222-4684-8556-580C5E625783}" presName="compNode" presStyleCnt="0"/>
      <dgm:spPr/>
    </dgm:pt>
    <dgm:pt modelId="{18BB48AF-B645-4DAF-8999-C4CF9F2576B9}" type="pres">
      <dgm:prSet presAssocID="{022921A4-7222-4684-8556-580C5E625783}" presName="bgRect" presStyleLbl="bgShp" presStyleIdx="0" presStyleCnt="3"/>
      <dgm:spPr/>
    </dgm:pt>
    <dgm:pt modelId="{C3BEA694-5AF7-4617-96F3-032B95442BAE}" type="pres">
      <dgm:prSet presAssocID="{022921A4-7222-4684-8556-580C5E6257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5CB5931F-C85F-4424-A69B-4352D4E7497E}" type="pres">
      <dgm:prSet presAssocID="{022921A4-7222-4684-8556-580C5E625783}" presName="spaceRect" presStyleCnt="0"/>
      <dgm:spPr/>
    </dgm:pt>
    <dgm:pt modelId="{3CB87FA6-242C-478F-988A-7E1C6461A5B8}" type="pres">
      <dgm:prSet presAssocID="{022921A4-7222-4684-8556-580C5E625783}" presName="parTx" presStyleLbl="revTx" presStyleIdx="0" presStyleCnt="3">
        <dgm:presLayoutVars>
          <dgm:chMax val="0"/>
          <dgm:chPref val="0"/>
        </dgm:presLayoutVars>
      </dgm:prSet>
      <dgm:spPr/>
    </dgm:pt>
    <dgm:pt modelId="{9D2EDF3F-90CD-445A-9B7A-5888CDAA5316}" type="pres">
      <dgm:prSet presAssocID="{FC5C99D2-7A82-40F5-BB9C-0DD7DC8C57CB}" presName="sibTrans" presStyleCnt="0"/>
      <dgm:spPr/>
    </dgm:pt>
    <dgm:pt modelId="{701D903A-3327-4040-8E35-CD1848148907}" type="pres">
      <dgm:prSet presAssocID="{BB3785F2-5763-46E0-B09A-D461D382F1F1}" presName="compNode" presStyleCnt="0"/>
      <dgm:spPr/>
    </dgm:pt>
    <dgm:pt modelId="{855E194E-9BB3-442F-9726-E7F78DB839EB}" type="pres">
      <dgm:prSet presAssocID="{BB3785F2-5763-46E0-B09A-D461D382F1F1}" presName="bgRect" presStyleLbl="bgShp" presStyleIdx="1" presStyleCnt="3"/>
      <dgm:spPr/>
    </dgm:pt>
    <dgm:pt modelId="{93301A09-97A4-479F-8883-9FF4CD63DA25}" type="pres">
      <dgm:prSet presAssocID="{BB3785F2-5763-46E0-B09A-D461D382F1F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2C28CC38-1BEA-4469-9861-A63A985E4D32}" type="pres">
      <dgm:prSet presAssocID="{BB3785F2-5763-46E0-B09A-D461D382F1F1}" presName="spaceRect" presStyleCnt="0"/>
      <dgm:spPr/>
    </dgm:pt>
    <dgm:pt modelId="{09F41F52-5D22-4578-A523-05AA63603EBF}" type="pres">
      <dgm:prSet presAssocID="{BB3785F2-5763-46E0-B09A-D461D382F1F1}" presName="parTx" presStyleLbl="revTx" presStyleIdx="1" presStyleCnt="3">
        <dgm:presLayoutVars>
          <dgm:chMax val="0"/>
          <dgm:chPref val="0"/>
        </dgm:presLayoutVars>
      </dgm:prSet>
      <dgm:spPr/>
    </dgm:pt>
    <dgm:pt modelId="{FCB99CB4-65CD-44D1-8BEF-335C6DC40D67}" type="pres">
      <dgm:prSet presAssocID="{71332490-F2F3-4D37-94CA-4E964DB11005}" presName="sibTrans" presStyleCnt="0"/>
      <dgm:spPr/>
    </dgm:pt>
    <dgm:pt modelId="{48921E5C-DA00-42EE-812B-26F497D2527E}" type="pres">
      <dgm:prSet presAssocID="{98C1278B-E89E-4439-83A7-57F3159575B4}" presName="compNode" presStyleCnt="0"/>
      <dgm:spPr/>
    </dgm:pt>
    <dgm:pt modelId="{B8546675-5B3D-4EEF-9AC7-28B545AB8EDF}" type="pres">
      <dgm:prSet presAssocID="{98C1278B-E89E-4439-83A7-57F3159575B4}" presName="bgRect" presStyleLbl="bgShp" presStyleIdx="2" presStyleCnt="3"/>
      <dgm:spPr/>
    </dgm:pt>
    <dgm:pt modelId="{97CD8C55-CB59-4F2C-BE92-A5B325B6DF42}" type="pres">
      <dgm:prSet presAssocID="{98C1278B-E89E-4439-83A7-57F3159575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B499866A-F2BA-4561-8564-522CF6293B23}" type="pres">
      <dgm:prSet presAssocID="{98C1278B-E89E-4439-83A7-57F3159575B4}" presName="spaceRect" presStyleCnt="0"/>
      <dgm:spPr/>
    </dgm:pt>
    <dgm:pt modelId="{F91E55B0-B65A-4CFC-8C7A-C448D7A41D37}" type="pres">
      <dgm:prSet presAssocID="{98C1278B-E89E-4439-83A7-57F3159575B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8C9304-B56F-44B6-91EF-61F9FA7BF85D}" srcId="{8C553A51-079C-46C2-A086-6A1A2FFEB6C8}" destId="{98C1278B-E89E-4439-83A7-57F3159575B4}" srcOrd="2" destOrd="0" parTransId="{D3E849AF-04B3-4A34-ADE9-526A5E528FB0}" sibTransId="{9C9AC574-BF43-470A-8C47-B24B977FD08B}"/>
    <dgm:cxn modelId="{3B9A3C1E-9FA4-4F23-B956-846FB0E6A405}" srcId="{8C553A51-079C-46C2-A086-6A1A2FFEB6C8}" destId="{BB3785F2-5763-46E0-B09A-D461D382F1F1}" srcOrd="1" destOrd="0" parTransId="{72338254-265F-48FE-802E-3C35C0F2C7C4}" sibTransId="{71332490-F2F3-4D37-94CA-4E964DB11005}"/>
    <dgm:cxn modelId="{DBB3E578-719B-4C18-8165-A190A7B8D632}" type="presOf" srcId="{8C553A51-079C-46C2-A086-6A1A2FFEB6C8}" destId="{7C8F2B01-26DF-4EE4-A962-957EAA3B8186}" srcOrd="0" destOrd="0" presId="urn:microsoft.com/office/officeart/2018/2/layout/IconVerticalSolidList"/>
    <dgm:cxn modelId="{2F8CBB90-F2C6-4CD1-8152-18A79B8A7789}" type="presOf" srcId="{BB3785F2-5763-46E0-B09A-D461D382F1F1}" destId="{09F41F52-5D22-4578-A523-05AA63603EBF}" srcOrd="0" destOrd="0" presId="urn:microsoft.com/office/officeart/2018/2/layout/IconVerticalSolidList"/>
    <dgm:cxn modelId="{B5DC59B2-FE6E-4386-9AF0-95BEA361115B}" type="presOf" srcId="{022921A4-7222-4684-8556-580C5E625783}" destId="{3CB87FA6-242C-478F-988A-7E1C6461A5B8}" srcOrd="0" destOrd="0" presId="urn:microsoft.com/office/officeart/2018/2/layout/IconVerticalSolidList"/>
    <dgm:cxn modelId="{E11E5FB7-DEDB-4950-BDA5-3C7190A1C5E2}" srcId="{8C553A51-079C-46C2-A086-6A1A2FFEB6C8}" destId="{022921A4-7222-4684-8556-580C5E625783}" srcOrd="0" destOrd="0" parTransId="{10D5BE24-C473-46FC-84F1-59D1A2A1DC30}" sibTransId="{FC5C99D2-7A82-40F5-BB9C-0DD7DC8C57CB}"/>
    <dgm:cxn modelId="{D42C91E5-D1A2-4A54-9252-355CC796B746}" type="presOf" srcId="{98C1278B-E89E-4439-83A7-57F3159575B4}" destId="{F91E55B0-B65A-4CFC-8C7A-C448D7A41D37}" srcOrd="0" destOrd="0" presId="urn:microsoft.com/office/officeart/2018/2/layout/IconVerticalSolidList"/>
    <dgm:cxn modelId="{522810A6-4A16-4343-8641-6FE83CCAD3D3}" type="presParOf" srcId="{7C8F2B01-26DF-4EE4-A962-957EAA3B8186}" destId="{6AEA6B3A-E2B1-4F69-9C50-158A0A6D59B2}" srcOrd="0" destOrd="0" presId="urn:microsoft.com/office/officeart/2018/2/layout/IconVerticalSolidList"/>
    <dgm:cxn modelId="{60C6FE3F-5DC4-4645-96E6-312F96EF194C}" type="presParOf" srcId="{6AEA6B3A-E2B1-4F69-9C50-158A0A6D59B2}" destId="{18BB48AF-B645-4DAF-8999-C4CF9F2576B9}" srcOrd="0" destOrd="0" presId="urn:microsoft.com/office/officeart/2018/2/layout/IconVerticalSolidList"/>
    <dgm:cxn modelId="{C33FF4E9-C9B2-4DF5-8B40-23C682854DA2}" type="presParOf" srcId="{6AEA6B3A-E2B1-4F69-9C50-158A0A6D59B2}" destId="{C3BEA694-5AF7-4617-96F3-032B95442BAE}" srcOrd="1" destOrd="0" presId="urn:microsoft.com/office/officeart/2018/2/layout/IconVerticalSolidList"/>
    <dgm:cxn modelId="{8F38E1F3-B360-4D0E-ADA1-6AD40D3AADCD}" type="presParOf" srcId="{6AEA6B3A-E2B1-4F69-9C50-158A0A6D59B2}" destId="{5CB5931F-C85F-4424-A69B-4352D4E7497E}" srcOrd="2" destOrd="0" presId="urn:microsoft.com/office/officeart/2018/2/layout/IconVerticalSolidList"/>
    <dgm:cxn modelId="{053DEB30-5889-4744-81D0-043C984231DC}" type="presParOf" srcId="{6AEA6B3A-E2B1-4F69-9C50-158A0A6D59B2}" destId="{3CB87FA6-242C-478F-988A-7E1C6461A5B8}" srcOrd="3" destOrd="0" presId="urn:microsoft.com/office/officeart/2018/2/layout/IconVerticalSolidList"/>
    <dgm:cxn modelId="{6ED6E456-5833-49D5-A68A-FE038D6D3451}" type="presParOf" srcId="{7C8F2B01-26DF-4EE4-A962-957EAA3B8186}" destId="{9D2EDF3F-90CD-445A-9B7A-5888CDAA5316}" srcOrd="1" destOrd="0" presId="urn:microsoft.com/office/officeart/2018/2/layout/IconVerticalSolidList"/>
    <dgm:cxn modelId="{71FB16C5-ED01-468A-ABC5-3FF7703FF018}" type="presParOf" srcId="{7C8F2B01-26DF-4EE4-A962-957EAA3B8186}" destId="{701D903A-3327-4040-8E35-CD1848148907}" srcOrd="2" destOrd="0" presId="urn:microsoft.com/office/officeart/2018/2/layout/IconVerticalSolidList"/>
    <dgm:cxn modelId="{28194D4D-31F4-455F-906C-A499A99F5943}" type="presParOf" srcId="{701D903A-3327-4040-8E35-CD1848148907}" destId="{855E194E-9BB3-442F-9726-E7F78DB839EB}" srcOrd="0" destOrd="0" presId="urn:microsoft.com/office/officeart/2018/2/layout/IconVerticalSolidList"/>
    <dgm:cxn modelId="{391AA62B-342B-4CD9-8EDD-1AD3D15FEC04}" type="presParOf" srcId="{701D903A-3327-4040-8E35-CD1848148907}" destId="{93301A09-97A4-479F-8883-9FF4CD63DA25}" srcOrd="1" destOrd="0" presId="urn:microsoft.com/office/officeart/2018/2/layout/IconVerticalSolidList"/>
    <dgm:cxn modelId="{D1C96D74-807A-43F9-A715-1BFD9FCBA760}" type="presParOf" srcId="{701D903A-3327-4040-8E35-CD1848148907}" destId="{2C28CC38-1BEA-4469-9861-A63A985E4D32}" srcOrd="2" destOrd="0" presId="urn:microsoft.com/office/officeart/2018/2/layout/IconVerticalSolidList"/>
    <dgm:cxn modelId="{3A5D4988-720A-4321-AB86-31668FBBABF7}" type="presParOf" srcId="{701D903A-3327-4040-8E35-CD1848148907}" destId="{09F41F52-5D22-4578-A523-05AA63603EBF}" srcOrd="3" destOrd="0" presId="urn:microsoft.com/office/officeart/2018/2/layout/IconVerticalSolidList"/>
    <dgm:cxn modelId="{2A35127A-95DE-40EE-B1A3-AD1E29993164}" type="presParOf" srcId="{7C8F2B01-26DF-4EE4-A962-957EAA3B8186}" destId="{FCB99CB4-65CD-44D1-8BEF-335C6DC40D67}" srcOrd="3" destOrd="0" presId="urn:microsoft.com/office/officeart/2018/2/layout/IconVerticalSolidList"/>
    <dgm:cxn modelId="{B9BC02ED-389A-47DE-AF07-30D6BCDCD2A6}" type="presParOf" srcId="{7C8F2B01-26DF-4EE4-A962-957EAA3B8186}" destId="{48921E5C-DA00-42EE-812B-26F497D2527E}" srcOrd="4" destOrd="0" presId="urn:microsoft.com/office/officeart/2018/2/layout/IconVerticalSolidList"/>
    <dgm:cxn modelId="{96E41A21-753F-4A00-AAAD-D79A5CF4E8FC}" type="presParOf" srcId="{48921E5C-DA00-42EE-812B-26F497D2527E}" destId="{B8546675-5B3D-4EEF-9AC7-28B545AB8EDF}" srcOrd="0" destOrd="0" presId="urn:microsoft.com/office/officeart/2018/2/layout/IconVerticalSolidList"/>
    <dgm:cxn modelId="{4CE26313-090B-4555-B26A-BB0D49056E57}" type="presParOf" srcId="{48921E5C-DA00-42EE-812B-26F497D2527E}" destId="{97CD8C55-CB59-4F2C-BE92-A5B325B6DF42}" srcOrd="1" destOrd="0" presId="urn:microsoft.com/office/officeart/2018/2/layout/IconVerticalSolidList"/>
    <dgm:cxn modelId="{F5BB91C7-0A1A-4B41-9F12-767CAD39BCEA}" type="presParOf" srcId="{48921E5C-DA00-42EE-812B-26F497D2527E}" destId="{B499866A-F2BA-4561-8564-522CF6293B23}" srcOrd="2" destOrd="0" presId="urn:microsoft.com/office/officeart/2018/2/layout/IconVerticalSolidList"/>
    <dgm:cxn modelId="{3E9274DD-F26B-42B6-A046-43BF4AD84351}" type="presParOf" srcId="{48921E5C-DA00-42EE-812B-26F497D2527E}" destId="{F91E55B0-B65A-4CFC-8C7A-C448D7A41D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22833-2386-46F6-9829-49EBF90611CF}">
      <dsp:nvSpPr>
        <dsp:cNvPr id="0" name=""/>
        <dsp:cNvSpPr/>
      </dsp:nvSpPr>
      <dsp:spPr>
        <a:xfrm>
          <a:off x="150019" y="0"/>
          <a:ext cx="4572000" cy="457200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3F3CC81-6BD3-4FB9-B1CA-84258708D3F7}">
      <dsp:nvSpPr>
        <dsp:cNvPr id="0" name=""/>
        <dsp:cNvSpPr/>
      </dsp:nvSpPr>
      <dsp:spPr>
        <a:xfrm>
          <a:off x="447199" y="297180"/>
          <a:ext cx="1828800" cy="1828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IoT Connectivity: Connects to WiFi to send data to the Blynk Cloud.</a:t>
          </a:r>
        </a:p>
      </dsp:txBody>
      <dsp:txXfrm>
        <a:off x="536474" y="386455"/>
        <a:ext cx="1650250" cy="1650250"/>
      </dsp:txXfrm>
    </dsp:sp>
    <dsp:sp modelId="{CBD49CD7-0C53-4379-8769-DF18B89DDA0A}">
      <dsp:nvSpPr>
        <dsp:cNvPr id="0" name=""/>
        <dsp:cNvSpPr/>
      </dsp:nvSpPr>
      <dsp:spPr>
        <a:xfrm>
          <a:off x="2596039" y="297180"/>
          <a:ext cx="1828800" cy="18288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Real-time Dashboard: Mobile app visualizes live data with gauges and graphs.</a:t>
          </a:r>
        </a:p>
      </dsp:txBody>
      <dsp:txXfrm>
        <a:off x="2685314" y="386455"/>
        <a:ext cx="1650250" cy="1650250"/>
      </dsp:txXfrm>
    </dsp:sp>
    <dsp:sp modelId="{C6DF9FB2-ED04-4DC0-AC13-1A9611F0AE9F}">
      <dsp:nvSpPr>
        <dsp:cNvPr id="0" name=""/>
        <dsp:cNvSpPr/>
      </dsp:nvSpPr>
      <dsp:spPr>
        <a:xfrm>
          <a:off x="447199" y="2446019"/>
          <a:ext cx="1828800" cy="18288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Local Interface: OLED screen automatically cycles through 3 information screens (Weather, Sensors, Forecast).</a:t>
          </a:r>
        </a:p>
      </dsp:txBody>
      <dsp:txXfrm>
        <a:off x="536474" y="2535294"/>
        <a:ext cx="1650250" cy="1650250"/>
      </dsp:txXfrm>
    </dsp:sp>
    <dsp:sp modelId="{180F1147-7619-482D-8CFA-6742A158D62A}">
      <dsp:nvSpPr>
        <dsp:cNvPr id="0" name=""/>
        <dsp:cNvSpPr/>
      </dsp:nvSpPr>
      <dsp:spPr>
        <a:xfrm>
          <a:off x="2596039" y="2446019"/>
          <a:ext cx="1828800" cy="1828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Smart Alerts: Send email notifications via Gmail SMTP for critical events (e.g., 'High Temp Alert', 'Rain Detected').</a:t>
          </a:r>
        </a:p>
      </dsp:txBody>
      <dsp:txXfrm>
        <a:off x="2685314" y="2535294"/>
        <a:ext cx="1650250" cy="16502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EC595-A29F-4D10-A815-05BF0772FD9C}">
      <dsp:nvSpPr>
        <dsp:cNvPr id="0" name=""/>
        <dsp:cNvSpPr/>
      </dsp:nvSpPr>
      <dsp:spPr>
        <a:xfrm>
          <a:off x="282165" y="815706"/>
          <a:ext cx="873896" cy="8738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6E13C5-68E4-4A53-AA38-EC21E6E7CC2B}">
      <dsp:nvSpPr>
        <dsp:cNvPr id="0" name=""/>
        <dsp:cNvSpPr/>
      </dsp:nvSpPr>
      <dsp:spPr>
        <a:xfrm>
          <a:off x="468405" y="1001946"/>
          <a:ext cx="501416" cy="5014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2735FD-7016-4991-BEFB-14591732BCF5}">
      <dsp:nvSpPr>
        <dsp:cNvPr id="0" name=""/>
        <dsp:cNvSpPr/>
      </dsp:nvSpPr>
      <dsp:spPr>
        <a:xfrm>
          <a:off x="2805" y="1961800"/>
          <a:ext cx="1432617" cy="626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Weather Prediction: Analyzes pressure trends over time (10-minute intervals).</a:t>
          </a:r>
        </a:p>
      </dsp:txBody>
      <dsp:txXfrm>
        <a:off x="2805" y="1961800"/>
        <a:ext cx="1432617" cy="626770"/>
      </dsp:txXfrm>
    </dsp:sp>
    <dsp:sp modelId="{5E351B12-7EED-43D1-8E33-C433D4421693}">
      <dsp:nvSpPr>
        <dsp:cNvPr id="0" name=""/>
        <dsp:cNvSpPr/>
      </dsp:nvSpPr>
      <dsp:spPr>
        <a:xfrm>
          <a:off x="1965490" y="815706"/>
          <a:ext cx="873896" cy="8738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6F8D1C-B542-4DFE-86AC-0C77B2BDC961}">
      <dsp:nvSpPr>
        <dsp:cNvPr id="0" name=""/>
        <dsp:cNvSpPr/>
      </dsp:nvSpPr>
      <dsp:spPr>
        <a:xfrm>
          <a:off x="2151730" y="1001946"/>
          <a:ext cx="501416" cy="5014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4F8B4-DF64-4EA3-BE9A-F816EE6BCCE1}">
      <dsp:nvSpPr>
        <dsp:cNvPr id="0" name=""/>
        <dsp:cNvSpPr/>
      </dsp:nvSpPr>
      <dsp:spPr>
        <a:xfrm>
          <a:off x="1686130" y="1961800"/>
          <a:ext cx="1432617" cy="626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Rising Pressure → Sunny/Clearing </a:t>
          </a:r>
        </a:p>
      </dsp:txBody>
      <dsp:txXfrm>
        <a:off x="1686130" y="1961800"/>
        <a:ext cx="1432617" cy="626770"/>
      </dsp:txXfrm>
    </dsp:sp>
    <dsp:sp modelId="{95457367-AA49-4D3C-8089-93FF458EFEBC}">
      <dsp:nvSpPr>
        <dsp:cNvPr id="0" name=""/>
        <dsp:cNvSpPr/>
      </dsp:nvSpPr>
      <dsp:spPr>
        <a:xfrm>
          <a:off x="3648815" y="815706"/>
          <a:ext cx="873896" cy="8738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DAA642-3A1F-4050-9A5E-837388758A22}">
      <dsp:nvSpPr>
        <dsp:cNvPr id="0" name=""/>
        <dsp:cNvSpPr/>
      </dsp:nvSpPr>
      <dsp:spPr>
        <a:xfrm>
          <a:off x="3835055" y="1001946"/>
          <a:ext cx="501416" cy="5014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16E82-ABFF-45F5-891F-BA1BB9412BE7}">
      <dsp:nvSpPr>
        <dsp:cNvPr id="0" name=""/>
        <dsp:cNvSpPr/>
      </dsp:nvSpPr>
      <dsp:spPr>
        <a:xfrm>
          <a:off x="3369455" y="1961800"/>
          <a:ext cx="1432617" cy="626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- Falling Pressure → Storm/Rain Likely </a:t>
          </a:r>
        </a:p>
      </dsp:txBody>
      <dsp:txXfrm>
        <a:off x="3369455" y="1961800"/>
        <a:ext cx="1432617" cy="626770"/>
      </dsp:txXfrm>
    </dsp:sp>
    <dsp:sp modelId="{D804AD20-3092-4E07-ABC0-8C162D486AB3}">
      <dsp:nvSpPr>
        <dsp:cNvPr id="0" name=""/>
        <dsp:cNvSpPr/>
      </dsp:nvSpPr>
      <dsp:spPr>
        <a:xfrm>
          <a:off x="5332140" y="815706"/>
          <a:ext cx="873896" cy="8738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43F73-3B35-4474-B5AD-BE7D725BDAD2}">
      <dsp:nvSpPr>
        <dsp:cNvPr id="0" name=""/>
        <dsp:cNvSpPr/>
      </dsp:nvSpPr>
      <dsp:spPr>
        <a:xfrm>
          <a:off x="5518381" y="1001946"/>
          <a:ext cx="501416" cy="50141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5FCAC-B87C-4069-8514-65FF7A11FDDC}">
      <dsp:nvSpPr>
        <dsp:cNvPr id="0" name=""/>
        <dsp:cNvSpPr/>
      </dsp:nvSpPr>
      <dsp:spPr>
        <a:xfrm>
          <a:off x="5052780" y="1961800"/>
          <a:ext cx="1432617" cy="626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Heat Index Calculation: Calculates the 'Real Feel' temperature based on humidity logic.</a:t>
          </a:r>
        </a:p>
      </dsp:txBody>
      <dsp:txXfrm>
        <a:off x="5052780" y="1961800"/>
        <a:ext cx="1432617" cy="626770"/>
      </dsp:txXfrm>
    </dsp:sp>
    <dsp:sp modelId="{0D85C139-2E0F-4A6F-B5FE-75AE6BEEFB11}">
      <dsp:nvSpPr>
        <dsp:cNvPr id="0" name=""/>
        <dsp:cNvSpPr/>
      </dsp:nvSpPr>
      <dsp:spPr>
        <a:xfrm>
          <a:off x="7015466" y="815706"/>
          <a:ext cx="873896" cy="8738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C5029-E6F2-4C5A-833E-321441811367}">
      <dsp:nvSpPr>
        <dsp:cNvPr id="0" name=""/>
        <dsp:cNvSpPr/>
      </dsp:nvSpPr>
      <dsp:spPr>
        <a:xfrm>
          <a:off x="7201706" y="1001946"/>
          <a:ext cx="501416" cy="50141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2D385E-5B6F-46E1-8035-790400050AD6}">
      <dsp:nvSpPr>
        <dsp:cNvPr id="0" name=""/>
        <dsp:cNvSpPr/>
      </dsp:nvSpPr>
      <dsp:spPr>
        <a:xfrm>
          <a:off x="6736105" y="1961800"/>
          <a:ext cx="1432617" cy="626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Air Quality Status: Converts raw sensor data into human-readable text (Safe / Warning / Danger).</a:t>
          </a:r>
        </a:p>
      </dsp:txBody>
      <dsp:txXfrm>
        <a:off x="6736105" y="1961800"/>
        <a:ext cx="1432617" cy="6267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BB48AF-B645-4DAF-8999-C4CF9F2576B9}">
      <dsp:nvSpPr>
        <dsp:cNvPr id="0" name=""/>
        <dsp:cNvSpPr/>
      </dsp:nvSpPr>
      <dsp:spPr>
        <a:xfrm>
          <a:off x="0" y="558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EA694-5AF7-4617-96F3-032B95442BAE}">
      <dsp:nvSpPr>
        <dsp:cNvPr id="0" name=""/>
        <dsp:cNvSpPr/>
      </dsp:nvSpPr>
      <dsp:spPr>
        <a:xfrm>
          <a:off x="395054" y="294400"/>
          <a:ext cx="718281" cy="71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87FA6-242C-478F-988A-7E1C6461A5B8}">
      <dsp:nvSpPr>
        <dsp:cNvPr id="0" name=""/>
        <dsp:cNvSpPr/>
      </dsp:nvSpPr>
      <dsp:spPr>
        <a:xfrm>
          <a:off x="1508391" y="558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Integration with Solar Power for off-grid usage.</a:t>
          </a:r>
        </a:p>
      </dsp:txBody>
      <dsp:txXfrm>
        <a:off x="1508391" y="558"/>
        <a:ext cx="3363646" cy="1305966"/>
      </dsp:txXfrm>
    </dsp:sp>
    <dsp:sp modelId="{855E194E-9BB3-442F-9726-E7F78DB839EB}">
      <dsp:nvSpPr>
        <dsp:cNvPr id="0" name=""/>
        <dsp:cNvSpPr/>
      </dsp:nvSpPr>
      <dsp:spPr>
        <a:xfrm>
          <a:off x="0" y="1633016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301A09-97A4-479F-8883-9FF4CD63DA25}">
      <dsp:nvSpPr>
        <dsp:cNvPr id="0" name=""/>
        <dsp:cNvSpPr/>
      </dsp:nvSpPr>
      <dsp:spPr>
        <a:xfrm>
          <a:off x="395054" y="1926859"/>
          <a:ext cx="718281" cy="71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41F52-5D22-4578-A523-05AA63603EBF}">
      <dsp:nvSpPr>
        <dsp:cNvPr id="0" name=""/>
        <dsp:cNvSpPr/>
      </dsp:nvSpPr>
      <dsp:spPr>
        <a:xfrm>
          <a:off x="1508391" y="1633016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Adding Anemometer (Wind Speed) and Wind Vane (Direction).</a:t>
          </a:r>
        </a:p>
      </dsp:txBody>
      <dsp:txXfrm>
        <a:off x="1508391" y="1633016"/>
        <a:ext cx="3363646" cy="1305966"/>
      </dsp:txXfrm>
    </dsp:sp>
    <dsp:sp modelId="{B8546675-5B3D-4EEF-9AC7-28B545AB8EDF}">
      <dsp:nvSpPr>
        <dsp:cNvPr id="0" name=""/>
        <dsp:cNvSpPr/>
      </dsp:nvSpPr>
      <dsp:spPr>
        <a:xfrm>
          <a:off x="0" y="3265475"/>
          <a:ext cx="4872038" cy="13059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D8C55-CB59-4F2C-BE92-A5B325B6DF42}">
      <dsp:nvSpPr>
        <dsp:cNvPr id="0" name=""/>
        <dsp:cNvSpPr/>
      </dsp:nvSpPr>
      <dsp:spPr>
        <a:xfrm>
          <a:off x="395054" y="3559317"/>
          <a:ext cx="718281" cy="71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E55B0-B65A-4CFC-8C7A-C448D7A41D37}">
      <dsp:nvSpPr>
        <dsp:cNvPr id="0" name=""/>
        <dsp:cNvSpPr/>
      </dsp:nvSpPr>
      <dsp:spPr>
        <a:xfrm>
          <a:off x="1508391" y="3265475"/>
          <a:ext cx="3363646" cy="1305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215" tIns="138215" rIns="138215" bIns="13821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Machine Learning for better long-term weather prediction.</a:t>
          </a:r>
        </a:p>
      </dsp:txBody>
      <dsp:txXfrm>
        <a:off x="1508391" y="3265475"/>
        <a:ext cx="3363646" cy="13059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2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8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4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66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8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87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95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15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47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6772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38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10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53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889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0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181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4009" y="1726108"/>
            <a:ext cx="3916743" cy="20341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solidFill>
                  <a:srgbClr val="EBEBEB"/>
                </a:solidFill>
              </a:rPr>
              <a:t>Smart IoT Weather Monitoring Station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21372" y="3948041"/>
            <a:ext cx="4049379" cy="1644685"/>
          </a:xfrm>
        </p:spPr>
        <p:txBody>
          <a:bodyPr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Presenters 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23-NTU-CS-1080    M Zohaib Warraich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23-NTU-CS-1067    Hanzala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zahid</a:t>
            </a:r>
            <a:endParaRPr lang="en-US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23-NTU-CS-1054].  M Umair </a:t>
            </a:r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101769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09811DF6-66E4-43D5-B564-315179653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61473" cy="6858000"/>
          </a:xfrm>
          <a:custGeom>
            <a:avLst/>
            <a:gdLst>
              <a:gd name="connsiteX0" fmla="*/ 3137249 w 4481964"/>
              <a:gd name="connsiteY0" fmla="*/ 0 h 6858000"/>
              <a:gd name="connsiteX1" fmla="*/ 4480787 w 4481964"/>
              <a:gd name="connsiteY1" fmla="*/ 0 h 6858000"/>
              <a:gd name="connsiteX2" fmla="*/ 4455742 w 4481964"/>
              <a:gd name="connsiteY2" fmla="*/ 155676 h 6858000"/>
              <a:gd name="connsiteX3" fmla="*/ 4431873 w 4481964"/>
              <a:gd name="connsiteY3" fmla="*/ 310667 h 6858000"/>
              <a:gd name="connsiteX4" fmla="*/ 4408509 w 4481964"/>
              <a:gd name="connsiteY4" fmla="*/ 466344 h 6858000"/>
              <a:gd name="connsiteX5" fmla="*/ 4388506 w 4481964"/>
              <a:gd name="connsiteY5" fmla="*/ 622706 h 6858000"/>
              <a:gd name="connsiteX6" fmla="*/ 4368335 w 4481964"/>
              <a:gd name="connsiteY6" fmla="*/ 778383 h 6858000"/>
              <a:gd name="connsiteX7" fmla="*/ 4349509 w 4481964"/>
              <a:gd name="connsiteY7" fmla="*/ 934745 h 6858000"/>
              <a:gd name="connsiteX8" fmla="*/ 4333373 w 4481964"/>
              <a:gd name="connsiteY8" fmla="*/ 1089050 h 6858000"/>
              <a:gd name="connsiteX9" fmla="*/ 4318077 w 4481964"/>
              <a:gd name="connsiteY9" fmla="*/ 1245413 h 6858000"/>
              <a:gd name="connsiteX10" fmla="*/ 4304125 w 4481964"/>
              <a:gd name="connsiteY10" fmla="*/ 1401089 h 6858000"/>
              <a:gd name="connsiteX11" fmla="*/ 4292023 w 4481964"/>
              <a:gd name="connsiteY11" fmla="*/ 1554023 h 6858000"/>
              <a:gd name="connsiteX12" fmla="*/ 4279920 w 4481964"/>
              <a:gd name="connsiteY12" fmla="*/ 1709013 h 6858000"/>
              <a:gd name="connsiteX13" fmla="*/ 4269835 w 4481964"/>
              <a:gd name="connsiteY13" fmla="*/ 1861947 h 6858000"/>
              <a:gd name="connsiteX14" fmla="*/ 4261935 w 4481964"/>
              <a:gd name="connsiteY14" fmla="*/ 2014880 h 6858000"/>
              <a:gd name="connsiteX15" fmla="*/ 4253698 w 4481964"/>
              <a:gd name="connsiteY15" fmla="*/ 2167128 h 6858000"/>
              <a:gd name="connsiteX16" fmla="*/ 4246807 w 4481964"/>
              <a:gd name="connsiteY16" fmla="*/ 2318004 h 6858000"/>
              <a:gd name="connsiteX17" fmla="*/ 4241932 w 4481964"/>
              <a:gd name="connsiteY17" fmla="*/ 2467508 h 6858000"/>
              <a:gd name="connsiteX18" fmla="*/ 4237730 w 4481964"/>
              <a:gd name="connsiteY18" fmla="*/ 2617013 h 6858000"/>
              <a:gd name="connsiteX19" fmla="*/ 4233696 w 4481964"/>
              <a:gd name="connsiteY19" fmla="*/ 2765145 h 6858000"/>
              <a:gd name="connsiteX20" fmla="*/ 4231847 w 4481964"/>
              <a:gd name="connsiteY20" fmla="*/ 2911221 h 6858000"/>
              <a:gd name="connsiteX21" fmla="*/ 4229830 w 4481964"/>
              <a:gd name="connsiteY21" fmla="*/ 3057296 h 6858000"/>
              <a:gd name="connsiteX22" fmla="*/ 4228821 w 4481964"/>
              <a:gd name="connsiteY22" fmla="*/ 3201314 h 6858000"/>
              <a:gd name="connsiteX23" fmla="*/ 4229830 w 4481964"/>
              <a:gd name="connsiteY23" fmla="*/ 3343960 h 6858000"/>
              <a:gd name="connsiteX24" fmla="*/ 4229830 w 4481964"/>
              <a:gd name="connsiteY24" fmla="*/ 3485235 h 6858000"/>
              <a:gd name="connsiteX25" fmla="*/ 4231847 w 4481964"/>
              <a:gd name="connsiteY25" fmla="*/ 3625138 h 6858000"/>
              <a:gd name="connsiteX26" fmla="*/ 4234872 w 4481964"/>
              <a:gd name="connsiteY26" fmla="*/ 3762298 h 6858000"/>
              <a:gd name="connsiteX27" fmla="*/ 4237730 w 4481964"/>
              <a:gd name="connsiteY27" fmla="*/ 3898087 h 6858000"/>
              <a:gd name="connsiteX28" fmla="*/ 4240924 w 4481964"/>
              <a:gd name="connsiteY28" fmla="*/ 4031132 h 6858000"/>
              <a:gd name="connsiteX29" fmla="*/ 4245798 w 4481964"/>
              <a:gd name="connsiteY29" fmla="*/ 4163491 h 6858000"/>
              <a:gd name="connsiteX30" fmla="*/ 4251009 w 4481964"/>
              <a:gd name="connsiteY30" fmla="*/ 4293793 h 6858000"/>
              <a:gd name="connsiteX31" fmla="*/ 4255715 w 4481964"/>
              <a:gd name="connsiteY31" fmla="*/ 4421352 h 6858000"/>
              <a:gd name="connsiteX32" fmla="*/ 4268995 w 4481964"/>
              <a:gd name="connsiteY32" fmla="*/ 4670298 h 6858000"/>
              <a:gd name="connsiteX33" fmla="*/ 4283114 w 4481964"/>
              <a:gd name="connsiteY33" fmla="*/ 4908956 h 6858000"/>
              <a:gd name="connsiteX34" fmla="*/ 4297906 w 4481964"/>
              <a:gd name="connsiteY34" fmla="*/ 5138013 h 6858000"/>
              <a:gd name="connsiteX35" fmla="*/ 4314211 w 4481964"/>
              <a:gd name="connsiteY35" fmla="*/ 5354726 h 6858000"/>
              <a:gd name="connsiteX36" fmla="*/ 4331188 w 4481964"/>
              <a:gd name="connsiteY36" fmla="*/ 5561838 h 6858000"/>
              <a:gd name="connsiteX37" fmla="*/ 4349509 w 4481964"/>
              <a:gd name="connsiteY37" fmla="*/ 5753862 h 6858000"/>
              <a:gd name="connsiteX38" fmla="*/ 4367495 w 4481964"/>
              <a:gd name="connsiteY38" fmla="*/ 5934227 h 6858000"/>
              <a:gd name="connsiteX39" fmla="*/ 4385480 w 4481964"/>
              <a:gd name="connsiteY39" fmla="*/ 6100191 h 6858000"/>
              <a:gd name="connsiteX40" fmla="*/ 4402457 w 4481964"/>
              <a:gd name="connsiteY40" fmla="*/ 6252438 h 6858000"/>
              <a:gd name="connsiteX41" fmla="*/ 4418594 w 4481964"/>
              <a:gd name="connsiteY41" fmla="*/ 6387541 h 6858000"/>
              <a:gd name="connsiteX42" fmla="*/ 4433890 w 4481964"/>
              <a:gd name="connsiteY42" fmla="*/ 6509613 h 6858000"/>
              <a:gd name="connsiteX43" fmla="*/ 4446665 w 4481964"/>
              <a:gd name="connsiteY43" fmla="*/ 6612483 h 6858000"/>
              <a:gd name="connsiteX44" fmla="*/ 4458767 w 4481964"/>
              <a:gd name="connsiteY44" fmla="*/ 6698894 h 6858000"/>
              <a:gd name="connsiteX45" fmla="*/ 4476081 w 4481964"/>
              <a:gd name="connsiteY45" fmla="*/ 6817538 h 6858000"/>
              <a:gd name="connsiteX46" fmla="*/ 4481964 w 4481964"/>
              <a:gd name="connsiteY46" fmla="*/ 6858000 h 6858000"/>
              <a:gd name="connsiteX47" fmla="*/ 3577807 w 4481964"/>
              <a:gd name="connsiteY47" fmla="*/ 6858000 h 6858000"/>
              <a:gd name="connsiteX48" fmla="*/ 3577807 w 4481964"/>
              <a:gd name="connsiteY48" fmla="*/ 6858000 h 6858000"/>
              <a:gd name="connsiteX49" fmla="*/ 0 w 4481964"/>
              <a:gd name="connsiteY49" fmla="*/ 6858000 h 6858000"/>
              <a:gd name="connsiteX50" fmla="*/ 0 w 4481964"/>
              <a:gd name="connsiteY50" fmla="*/ 0 h 6858000"/>
              <a:gd name="connsiteX51" fmla="*/ 3137249 w 448196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481964" h="6858000">
                <a:moveTo>
                  <a:pt x="3137249" y="0"/>
                </a:move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3577807" y="6858000"/>
                </a:lnTo>
                <a:lnTo>
                  <a:pt x="0" y="6858000"/>
                </a:lnTo>
                <a:lnTo>
                  <a:pt x="0" y="0"/>
                </a:lnTo>
                <a:lnTo>
                  <a:pt x="313724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7" name="Graphic 6" descr="Wireless router">
            <a:extLst>
              <a:ext uri="{FF2B5EF4-FFF2-40B4-BE49-F238E27FC236}">
                <a16:creationId xmlns:a16="http://schemas.microsoft.com/office/drawing/2014/main" id="{E01DF16E-0F58-7AF1-C88C-53BBA4648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430" y="2441986"/>
            <a:ext cx="2202627" cy="2202627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sz="29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Overview: A compact, internet-connected station that monitors local weather conditions.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Goal: To provide accurate, real-time environmental data (Temperature, Humidity, Rain, Air Quality) accessible from anywhere via smartphone.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Core Tech: Built on the ESP32 microcontroller using Blynk IoT.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sz="360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Existing weather apps give general city-wide data, not hyper-local conditions (e.g., your specific garden or farm).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Need for an affordable, localized system to detect sudden changes like rain or gas leaks.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Importance of tracking 'Feels Like' temperature (Heat Index) for health safety.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sz="2900"/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PK" dirty="0"/>
          </a:p>
          <a:p>
            <a:pPr>
              <a:lnSpc>
                <a:spcPct val="90000"/>
              </a:lnSpc>
              <a:spcAft>
                <a:spcPts val="1000"/>
              </a:spcAft>
              <a:defRPr sz="1800"/>
            </a:pPr>
            <a:r>
              <a:rPr dirty="0"/>
              <a:t>Microcontroller: ESP32 (Dual-core, built-in </a:t>
            </a:r>
            <a:r>
              <a:rPr dirty="0" err="1"/>
              <a:t>WiFi</a:t>
            </a:r>
            <a:r>
              <a:rPr dirty="0"/>
              <a:t>/Bluetooth).</a:t>
            </a:r>
            <a:endParaRPr lang="en-PK" dirty="0"/>
          </a:p>
          <a:p>
            <a:pPr>
              <a:lnSpc>
                <a:spcPct val="90000"/>
              </a:lnSpc>
              <a:spcAft>
                <a:spcPts val="1000"/>
              </a:spcAft>
              <a:defRPr sz="1800"/>
            </a:pPr>
            <a:r>
              <a:rPr dirty="0"/>
              <a:t>Sensors:</a:t>
            </a:r>
            <a:endParaRPr lang="en-PK" dirty="0"/>
          </a:p>
          <a:p>
            <a:pPr>
              <a:lnSpc>
                <a:spcPct val="90000"/>
              </a:lnSpc>
              <a:spcAft>
                <a:spcPts val="1000"/>
              </a:spcAft>
              <a:defRPr sz="1800"/>
            </a:pPr>
            <a:r>
              <a:rPr dirty="0"/>
              <a:t>   - DHT11: Temperature &amp; Humidity.</a:t>
            </a:r>
            <a:endParaRPr lang="en-PK" dirty="0"/>
          </a:p>
          <a:p>
            <a:pPr>
              <a:lnSpc>
                <a:spcPct val="90000"/>
              </a:lnSpc>
              <a:spcAft>
                <a:spcPts val="1000"/>
              </a:spcAft>
              <a:defRPr sz="1800"/>
            </a:pPr>
            <a:r>
              <a:rPr dirty="0"/>
              <a:t>   - BMP280: Barometric Pressure (Crucial for prediction).</a:t>
            </a:r>
            <a:endParaRPr lang="en-PK" dirty="0"/>
          </a:p>
          <a:p>
            <a:pPr>
              <a:lnSpc>
                <a:spcPct val="90000"/>
              </a:lnSpc>
              <a:spcAft>
                <a:spcPts val="1000"/>
              </a:spcAft>
              <a:defRPr sz="1800"/>
            </a:pPr>
            <a:r>
              <a:rPr dirty="0"/>
              <a:t>   - Rain Sensor: Detects precipitation immediately.</a:t>
            </a:r>
            <a:endParaRPr lang="en-PK" dirty="0"/>
          </a:p>
          <a:p>
            <a:pPr>
              <a:lnSpc>
                <a:spcPct val="90000"/>
              </a:lnSpc>
              <a:spcAft>
                <a:spcPts val="1000"/>
              </a:spcAft>
              <a:defRPr sz="1800"/>
            </a:pPr>
            <a:r>
              <a:rPr dirty="0"/>
              <a:t>   - MQ-5: Air Quality/Gas Sensor (LPG, Smoke).</a:t>
            </a:r>
            <a:endParaRPr lang="en-PK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2F2F2"/>
                </a:solidFill>
              </a:rPr>
              <a:t>System Architecture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E397D1-AE77-34D2-534A-0ADAB88213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4809781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Advanced Algorithms (The 'Smart' Part)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CED1BE-A5AD-1DAB-A828-FE340D2B17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0674497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t>Working Principle</a:t>
            </a:r>
            <a:endParaRPr lang="en-P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Sense: Sensors collect analog and digital environmental data.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Process: ESP32 filters noise, calculates Heat Index, and runs prediction logic.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Transmit: Data is pushed to the Blynk Cloud via </a:t>
            </a:r>
            <a:r>
              <a:rPr dirty="0" err="1"/>
              <a:t>WiFi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Notify: If thresholds are breached (e.g., Temp &gt; 40°C or Gas detected), the system triggers an emergency Email alert.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06590"/>
          </a:xfrm>
        </p:spPr>
        <p:txBody>
          <a:bodyPr/>
          <a:lstStyle/>
          <a:p>
            <a:r>
              <a:rPr dirty="0"/>
              <a:t>Results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1800"/>
            </a:pPr>
            <a:endParaRPr lang="en-GB" dirty="0"/>
          </a:p>
        </p:txBody>
      </p:sp>
      <p:pic>
        <p:nvPicPr>
          <p:cNvPr id="7" name="Picture 6" descr="A screenshot of a weather monitoring station&#10;&#10;AI-generated content may be incorrect.">
            <a:extLst>
              <a:ext uri="{FF2B5EF4-FFF2-40B4-BE49-F238E27FC236}">
                <a16:creationId xmlns:a16="http://schemas.microsoft.com/office/drawing/2014/main" id="{D4FF7C5B-23F1-9A4F-959C-E8544B8D4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45" y="1259308"/>
            <a:ext cx="6711654" cy="45241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ABD278-56A6-65C0-7808-BB8CF07DABDC}"/>
              </a:ext>
            </a:extLst>
          </p:cNvPr>
          <p:cNvSpPr txBox="1"/>
          <p:nvPr/>
        </p:nvSpPr>
        <p:spPr>
          <a:xfrm>
            <a:off x="827700" y="5934670"/>
            <a:ext cx="7922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Key Highlight: Show the Sensors Statuses, text widgets and Weather Prediction string.</a:t>
            </a:r>
          </a:p>
          <a:p>
            <a:endParaRPr lang="en-PK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sz="290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endParaRPr/>
          </a:p>
          <a:p>
            <a:pPr>
              <a:spcAft>
                <a:spcPts val="1000"/>
              </a:spcAft>
              <a:defRPr sz="1800"/>
            </a:pPr>
            <a:r>
              <a:t>Hyper-local Accuracy: Measures conditions exactly where it is placed.</a:t>
            </a:r>
          </a:p>
          <a:p>
            <a:pPr>
              <a:spcAft>
                <a:spcPts val="1000"/>
              </a:spcAft>
              <a:defRPr sz="1800"/>
            </a:pPr>
            <a:r>
              <a:t>Cost-Effective: Uses standard, affordable components.</a:t>
            </a:r>
          </a:p>
          <a:p>
            <a:pPr>
              <a:spcAft>
                <a:spcPts val="1000"/>
              </a:spcAft>
              <a:defRPr sz="1800"/>
            </a:pPr>
            <a:r>
              <a:t>Low Maintenance: Automatic reconnection to WiFi and long-term stability.</a:t>
            </a:r>
          </a:p>
          <a:p>
            <a:pPr>
              <a:spcAft>
                <a:spcPts val="1000"/>
              </a:spcAft>
              <a:defRPr sz="1800"/>
            </a:pPr>
            <a:r>
              <a:t>Safety: Detects hazardous gas levels (MQ-5) and warns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en-US" sz="2800">
                <a:solidFill>
                  <a:srgbClr val="F2F2F2"/>
                </a:solidFill>
              </a:rPr>
              <a:t>Future Scope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8B1971-3CBA-EA2B-EC85-7AE02150F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4451832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 sz="33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endParaRPr/>
          </a:p>
          <a:p>
            <a:pPr>
              <a:spcAft>
                <a:spcPts val="1000"/>
              </a:spcAft>
              <a:defRPr sz="1800"/>
            </a:pPr>
            <a:r>
              <a:t>The project successfully demonstrates how IoT can be used for personal safety and environmental awareness.</a:t>
            </a:r>
          </a:p>
          <a:p>
            <a:pPr>
              <a:spcAft>
                <a:spcPts val="1000"/>
              </a:spcAft>
              <a:defRPr sz="1800"/>
            </a:pPr>
            <a:r>
              <a:t>It combines hardware sensing with software intelligence for a complete monitoring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</TotalTime>
  <Words>511</Words>
  <Application>Microsoft Macintosh PowerPoint</Application>
  <PresentationFormat>On-screen Show (4:3)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Smart IoT Weather Monitoring Station</vt:lpstr>
      <vt:lpstr>Introduction</vt:lpstr>
      <vt:lpstr>Problem Statement</vt:lpstr>
      <vt:lpstr>Hardware Components</vt:lpstr>
      <vt:lpstr>System Architecture</vt:lpstr>
      <vt:lpstr>Advanced Algorithms (The 'Smart' Part)</vt:lpstr>
      <vt:lpstr>Working Principle</vt:lpstr>
      <vt:lpstr>Results &amp; Dashboard</vt:lpstr>
      <vt:lpstr>Advantages</vt:lpstr>
      <vt:lpstr>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IoT Weather Monitoring Station with Predictive Analysis</dc:title>
  <dc:subject/>
  <dc:creator/>
  <cp:keywords/>
  <dc:description>generated using python-pptx</dc:description>
  <cp:lastModifiedBy>23-NTU-CS-FL-1080</cp:lastModifiedBy>
  <cp:revision>5</cp:revision>
  <dcterms:created xsi:type="dcterms:W3CDTF">2013-01-27T09:14:16Z</dcterms:created>
  <dcterms:modified xsi:type="dcterms:W3CDTF">2025-12-30T09:46:49Z</dcterms:modified>
  <cp:category/>
</cp:coreProperties>
</file>